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3.xml" ContentType="application/vnd.openxmlformats-officedocument.presentationml.notesSlide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notesSlides/notesSlide4.xml" ContentType="application/vnd.openxmlformats-officedocument.presentationml.notesSlide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notesSlides/notesSlide5.xml" ContentType="application/vnd.openxmlformats-officedocument.presentationml.notesSlide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notesSlides/notesSlide6.xml" ContentType="application/vnd.openxmlformats-officedocument.presentationml.notesSlide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diagrams/data7.xml" ContentType="application/vnd.openxmlformats-officedocument.drawingml.diagramData+xml"/>
  <Override PartName="/ppt/diagrams/layout7.xml" ContentType="application/vnd.openxmlformats-officedocument.drawingml.diagramLayout+xml"/>
  <Override PartName="/ppt/diagrams/quickStyle7.xml" ContentType="application/vnd.openxmlformats-officedocument.drawingml.diagramStyle+xml"/>
  <Override PartName="/ppt/diagrams/colors7.xml" ContentType="application/vnd.openxmlformats-officedocument.drawingml.diagramColors+xml"/>
  <Override PartName="/ppt/diagrams/drawing7.xml" ContentType="application/vnd.ms-office.drawingml.diagramDrawing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diagrams/data8.xml" ContentType="application/vnd.openxmlformats-officedocument.drawingml.diagramData+xml"/>
  <Override PartName="/ppt/diagrams/layout8.xml" ContentType="application/vnd.openxmlformats-officedocument.drawingml.diagramLayout+xml"/>
  <Override PartName="/ppt/diagrams/quickStyle8.xml" ContentType="application/vnd.openxmlformats-officedocument.drawingml.diagramStyle+xml"/>
  <Override PartName="/ppt/diagrams/colors8.xml" ContentType="application/vnd.openxmlformats-officedocument.drawingml.diagramColors+xml"/>
  <Override PartName="/ppt/diagrams/drawing8.xml" ContentType="application/vnd.ms-office.drawingml.diagramDrawing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rtl="1" saveSubsetFonts="1">
  <p:sldMasterIdLst>
    <p:sldMasterId id="2147483781" r:id="rId1"/>
  </p:sldMasterIdLst>
  <p:notesMasterIdLst>
    <p:notesMasterId r:id="rId21"/>
  </p:notesMasterIdLst>
  <p:handoutMasterIdLst>
    <p:handoutMasterId r:id="rId22"/>
  </p:handoutMasterIdLst>
  <p:sldIdLst>
    <p:sldId id="259" r:id="rId2"/>
    <p:sldId id="257" r:id="rId3"/>
    <p:sldId id="278" r:id="rId4"/>
    <p:sldId id="261" r:id="rId5"/>
    <p:sldId id="260" r:id="rId6"/>
    <p:sldId id="268" r:id="rId7"/>
    <p:sldId id="267" r:id="rId8"/>
    <p:sldId id="263" r:id="rId9"/>
    <p:sldId id="264" r:id="rId10"/>
    <p:sldId id="265" r:id="rId11"/>
    <p:sldId id="266" r:id="rId12"/>
    <p:sldId id="272" r:id="rId13"/>
    <p:sldId id="273" r:id="rId14"/>
    <p:sldId id="274" r:id="rId15"/>
    <p:sldId id="275" r:id="rId16"/>
    <p:sldId id="276" r:id="rId17"/>
    <p:sldId id="269" r:id="rId18"/>
    <p:sldId id="270" r:id="rId19"/>
    <p:sldId id="277" r:id="rId2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2A69A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AA2D4A4-D752-4C71-A626-2C0B15EA5EF8}" v="191" dt="2026-01-25T07:51:02.88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 varScale="1">
        <p:scale>
          <a:sx n="66" d="100"/>
          <a:sy n="66" d="100"/>
        </p:scale>
        <p:origin x="0" y="0"/>
      </p:cViewPr>
      <p:guideLst/>
    </p:cSldViewPr>
  </p:slide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28" Type="http://schemas.microsoft.com/office/2015/10/relationships/revisionInfo" Target="revisionInfo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handoutMaster" Target="handoutMasters/handoutMaster1.xml"/><Relationship Id="rId27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גל מויאל" userId="aaea18c9-078e-46d8-b68b-a068edb4c53f" providerId="ADAL" clId="{F1631578-A950-489A-824B-E7FA513610A0}"/>
    <pc:docChg chg="undo custSel addSld delSld modSld sldOrd modMainMaster">
      <pc:chgData name="גל מויאל" userId="aaea18c9-078e-46d8-b68b-a068edb4c53f" providerId="ADAL" clId="{F1631578-A950-489A-824B-E7FA513610A0}" dt="2026-01-25T08:57:07.839" v="475" actId="20577"/>
      <pc:docMkLst>
        <pc:docMk/>
      </pc:docMkLst>
      <pc:sldChg chg="modTransition modNotesTx">
        <pc:chgData name="גל מויאל" userId="aaea18c9-078e-46d8-b68b-a068edb4c53f" providerId="ADAL" clId="{F1631578-A950-489A-824B-E7FA513610A0}" dt="2026-01-21T17:05:20.392" v="338"/>
        <pc:sldMkLst>
          <pc:docMk/>
          <pc:sldMk cId="1228044747" sldId="257"/>
        </pc:sldMkLst>
      </pc:sldChg>
      <pc:sldChg chg="del modTransition modNotesTx">
        <pc:chgData name="גל מויאל" userId="aaea18c9-078e-46d8-b68b-a068edb4c53f" providerId="ADAL" clId="{F1631578-A950-489A-824B-E7FA513610A0}" dt="2026-01-25T07:51:06.940" v="474" actId="47"/>
        <pc:sldMkLst>
          <pc:docMk/>
          <pc:sldMk cId="2889699918" sldId="258"/>
        </pc:sldMkLst>
      </pc:sldChg>
      <pc:sldChg chg="modTransition modNotesTx">
        <pc:chgData name="גל מויאל" userId="aaea18c9-078e-46d8-b68b-a068edb4c53f" providerId="ADAL" clId="{F1631578-A950-489A-824B-E7FA513610A0}" dt="2026-01-21T17:05:20.392" v="338"/>
        <pc:sldMkLst>
          <pc:docMk/>
          <pc:sldMk cId="3680335372" sldId="259"/>
        </pc:sldMkLst>
      </pc:sldChg>
      <pc:sldChg chg="modTransition modNotesTx">
        <pc:chgData name="גל מויאל" userId="aaea18c9-078e-46d8-b68b-a068edb4c53f" providerId="ADAL" clId="{F1631578-A950-489A-824B-E7FA513610A0}" dt="2026-01-21T17:05:20.392" v="338"/>
        <pc:sldMkLst>
          <pc:docMk/>
          <pc:sldMk cId="742793980" sldId="260"/>
        </pc:sldMkLst>
      </pc:sldChg>
      <pc:sldChg chg="modTransition modNotesTx">
        <pc:chgData name="גל מויאל" userId="aaea18c9-078e-46d8-b68b-a068edb4c53f" providerId="ADAL" clId="{F1631578-A950-489A-824B-E7FA513610A0}" dt="2026-01-21T17:05:20.988" v="339"/>
        <pc:sldMkLst>
          <pc:docMk/>
          <pc:sldMk cId="2151462599" sldId="261"/>
        </pc:sldMkLst>
      </pc:sldChg>
      <pc:sldChg chg="modSp mod modTransition modNotesTx">
        <pc:chgData name="גל מויאל" userId="aaea18c9-078e-46d8-b68b-a068edb4c53f" providerId="ADAL" clId="{F1631578-A950-489A-824B-E7FA513610A0}" dt="2026-01-21T17:24:13.507" v="345" actId="782"/>
        <pc:sldMkLst>
          <pc:docMk/>
          <pc:sldMk cId="1331084830" sldId="263"/>
        </pc:sldMkLst>
        <pc:spChg chg="mod">
          <ac:chgData name="גל מויאל" userId="aaea18c9-078e-46d8-b68b-a068edb4c53f" providerId="ADAL" clId="{F1631578-A950-489A-824B-E7FA513610A0}" dt="2026-01-18T13:55:11.477" v="268" actId="20577"/>
          <ac:spMkLst>
            <pc:docMk/>
            <pc:sldMk cId="1331084830" sldId="263"/>
            <ac:spMk id="2" creationId="{E35CE9C5-E3A0-9F2A-45B9-8FE4B334F73D}"/>
          </ac:spMkLst>
        </pc:spChg>
      </pc:sldChg>
      <pc:sldChg chg="modSp mod modTransition modNotesTx">
        <pc:chgData name="גל מויאל" userId="aaea18c9-078e-46d8-b68b-a068edb4c53f" providerId="ADAL" clId="{F1631578-A950-489A-824B-E7FA513610A0}" dt="2026-01-24T09:54:07.118" v="450" actId="403"/>
        <pc:sldMkLst>
          <pc:docMk/>
          <pc:sldMk cId="4140795053" sldId="264"/>
        </pc:sldMkLst>
        <pc:spChg chg="mod">
          <ac:chgData name="גל מויאל" userId="aaea18c9-078e-46d8-b68b-a068edb4c53f" providerId="ADAL" clId="{F1631578-A950-489A-824B-E7FA513610A0}" dt="2026-01-24T09:54:07.118" v="450" actId="403"/>
          <ac:spMkLst>
            <pc:docMk/>
            <pc:sldMk cId="4140795053" sldId="264"/>
            <ac:spMk id="3" creationId="{7080C358-295C-028A-002D-D71B27A42B1E}"/>
          </ac:spMkLst>
        </pc:spChg>
      </pc:sldChg>
      <pc:sldChg chg="modTransition modNotesTx">
        <pc:chgData name="גל מויאל" userId="aaea18c9-078e-46d8-b68b-a068edb4c53f" providerId="ADAL" clId="{F1631578-A950-489A-824B-E7FA513610A0}" dt="2026-01-21T17:05:20.392" v="338"/>
        <pc:sldMkLst>
          <pc:docMk/>
          <pc:sldMk cId="2311980043" sldId="265"/>
        </pc:sldMkLst>
      </pc:sldChg>
      <pc:sldChg chg="modTransition modNotesTx">
        <pc:chgData name="גל מויאל" userId="aaea18c9-078e-46d8-b68b-a068edb4c53f" providerId="ADAL" clId="{F1631578-A950-489A-824B-E7FA513610A0}" dt="2026-01-21T17:05:20.392" v="338"/>
        <pc:sldMkLst>
          <pc:docMk/>
          <pc:sldMk cId="522976761" sldId="266"/>
        </pc:sldMkLst>
      </pc:sldChg>
      <pc:sldChg chg="addSp delSp modSp mod modTransition modNotesTx">
        <pc:chgData name="גל מויאל" userId="aaea18c9-078e-46d8-b68b-a068edb4c53f" providerId="ADAL" clId="{F1631578-A950-489A-824B-E7FA513610A0}" dt="2026-01-21T17:05:20.392" v="338"/>
        <pc:sldMkLst>
          <pc:docMk/>
          <pc:sldMk cId="4248851578" sldId="267"/>
        </pc:sldMkLst>
        <pc:picChg chg="add mod">
          <ac:chgData name="גל מויאל" userId="aaea18c9-078e-46d8-b68b-a068edb4c53f" providerId="ADAL" clId="{F1631578-A950-489A-824B-E7FA513610A0}" dt="2026-01-18T13:54:54.106" v="260" actId="1076"/>
          <ac:picMkLst>
            <pc:docMk/>
            <pc:sldMk cId="4248851578" sldId="267"/>
            <ac:picMk id="6" creationId="{D62AF3EA-DDC5-8DD1-FB10-15C399865DA8}"/>
          </ac:picMkLst>
        </pc:picChg>
      </pc:sldChg>
      <pc:sldChg chg="modTransition modNotesTx">
        <pc:chgData name="גל מויאל" userId="aaea18c9-078e-46d8-b68b-a068edb4c53f" providerId="ADAL" clId="{F1631578-A950-489A-824B-E7FA513610A0}" dt="2026-01-21T19:51:15.275" v="366" actId="113"/>
        <pc:sldMkLst>
          <pc:docMk/>
          <pc:sldMk cId="808488995" sldId="268"/>
        </pc:sldMkLst>
      </pc:sldChg>
      <pc:sldChg chg="ord modTransition modNotesTx">
        <pc:chgData name="גל מויאל" userId="aaea18c9-078e-46d8-b68b-a068edb4c53f" providerId="ADAL" clId="{F1631578-A950-489A-824B-E7FA513610A0}" dt="2026-01-21T19:56:39.026" v="392" actId="20577"/>
        <pc:sldMkLst>
          <pc:docMk/>
          <pc:sldMk cId="2445460540" sldId="269"/>
        </pc:sldMkLst>
      </pc:sldChg>
      <pc:sldChg chg="modTransition modNotesTx">
        <pc:chgData name="גל מויאל" userId="aaea18c9-078e-46d8-b68b-a068edb4c53f" providerId="ADAL" clId="{F1631578-A950-489A-824B-E7FA513610A0}" dt="2026-01-21T17:54:38.361" v="349" actId="20577"/>
        <pc:sldMkLst>
          <pc:docMk/>
          <pc:sldMk cId="1689142909" sldId="270"/>
        </pc:sldMkLst>
      </pc:sldChg>
      <pc:sldChg chg="addSp delSp modSp new mod modTransition">
        <pc:chgData name="גל מויאל" userId="aaea18c9-078e-46d8-b68b-a068edb4c53f" providerId="ADAL" clId="{F1631578-A950-489A-824B-E7FA513610A0}" dt="2026-01-21T17:05:20.392" v="338"/>
        <pc:sldMkLst>
          <pc:docMk/>
          <pc:sldMk cId="3986551220" sldId="272"/>
        </pc:sldMkLst>
        <pc:spChg chg="mod">
          <ac:chgData name="גל מויאל" userId="aaea18c9-078e-46d8-b68b-a068edb4c53f" providerId="ADAL" clId="{F1631578-A950-489A-824B-E7FA513610A0}" dt="2026-01-20T10:47:42.644" v="279" actId="1076"/>
          <ac:spMkLst>
            <pc:docMk/>
            <pc:sldMk cId="3986551220" sldId="272"/>
            <ac:spMk id="2" creationId="{41EF5B18-A83E-9E29-B242-8F264114B5F4}"/>
          </ac:spMkLst>
        </pc:spChg>
        <pc:picChg chg="add mod">
          <ac:chgData name="גל מויאל" userId="aaea18c9-078e-46d8-b68b-a068edb4c53f" providerId="ADAL" clId="{F1631578-A950-489A-824B-E7FA513610A0}" dt="2026-01-20T10:47:46.770" v="281" actId="14100"/>
          <ac:picMkLst>
            <pc:docMk/>
            <pc:sldMk cId="3986551220" sldId="272"/>
            <ac:picMk id="4" creationId="{18B34B74-00DD-874A-97F0-38BF2A890F83}"/>
          </ac:picMkLst>
        </pc:picChg>
      </pc:sldChg>
      <pc:sldChg chg="addSp modSp add mod modTransition">
        <pc:chgData name="גל מויאל" userId="aaea18c9-078e-46d8-b68b-a068edb4c53f" providerId="ADAL" clId="{F1631578-A950-489A-824B-E7FA513610A0}" dt="2026-01-25T08:57:07.839" v="475" actId="20577"/>
        <pc:sldMkLst>
          <pc:docMk/>
          <pc:sldMk cId="1731064653" sldId="273"/>
        </pc:sldMkLst>
        <pc:spChg chg="mod">
          <ac:chgData name="גל מויאל" userId="aaea18c9-078e-46d8-b68b-a068edb4c53f" providerId="ADAL" clId="{F1631578-A950-489A-824B-E7FA513610A0}" dt="2026-01-25T08:57:07.839" v="475" actId="20577"/>
          <ac:spMkLst>
            <pc:docMk/>
            <pc:sldMk cId="1731064653" sldId="273"/>
            <ac:spMk id="2" creationId="{E7F56A0F-57CF-059E-51DD-8296AF117C92}"/>
          </ac:spMkLst>
        </pc:spChg>
        <pc:picChg chg="mod">
          <ac:chgData name="גל מויאל" userId="aaea18c9-078e-46d8-b68b-a068edb4c53f" providerId="ADAL" clId="{F1631578-A950-489A-824B-E7FA513610A0}" dt="2026-01-20T10:48:16.985" v="286" actId="14826"/>
          <ac:picMkLst>
            <pc:docMk/>
            <pc:sldMk cId="1731064653" sldId="273"/>
            <ac:picMk id="4" creationId="{507D1B02-F168-6F77-73CF-304C92609E1E}"/>
          </ac:picMkLst>
        </pc:picChg>
      </pc:sldChg>
      <pc:sldChg chg="modSp add mod modTransition modNotesTx">
        <pc:chgData name="גל מויאל" userId="aaea18c9-078e-46d8-b68b-a068edb4c53f" providerId="ADAL" clId="{F1631578-A950-489A-824B-E7FA513610A0}" dt="2026-01-21T17:40:11.466" v="346" actId="782"/>
        <pc:sldMkLst>
          <pc:docMk/>
          <pc:sldMk cId="3839989001" sldId="274"/>
        </pc:sldMkLst>
        <pc:spChg chg="mod">
          <ac:chgData name="גל מויאל" userId="aaea18c9-078e-46d8-b68b-a068edb4c53f" providerId="ADAL" clId="{F1631578-A950-489A-824B-E7FA513610A0}" dt="2026-01-20T10:49:15.311" v="291"/>
          <ac:spMkLst>
            <pc:docMk/>
            <pc:sldMk cId="3839989001" sldId="274"/>
            <ac:spMk id="2" creationId="{5364E7D4-593E-CE63-ECE0-836BF141C489}"/>
          </ac:spMkLst>
        </pc:spChg>
        <pc:picChg chg="mod">
          <ac:chgData name="גל מויאל" userId="aaea18c9-078e-46d8-b68b-a068edb4c53f" providerId="ADAL" clId="{F1631578-A950-489A-824B-E7FA513610A0}" dt="2026-01-20T10:49:49.381" v="292" actId="14826"/>
          <ac:picMkLst>
            <pc:docMk/>
            <pc:sldMk cId="3839989001" sldId="274"/>
            <ac:picMk id="4" creationId="{56B60912-6E8B-3DB6-9551-CED696C46A2B}"/>
          </ac:picMkLst>
        </pc:picChg>
      </pc:sldChg>
      <pc:sldChg chg="modSp add mod ord modTransition modNotesTx">
        <pc:chgData name="גל מויאל" userId="aaea18c9-078e-46d8-b68b-a068edb4c53f" providerId="ADAL" clId="{F1631578-A950-489A-824B-E7FA513610A0}" dt="2026-01-24T17:02:20.305" v="452"/>
        <pc:sldMkLst>
          <pc:docMk/>
          <pc:sldMk cId="4241828597" sldId="275"/>
        </pc:sldMkLst>
        <pc:picChg chg="mod">
          <ac:chgData name="גל מויאל" userId="aaea18c9-078e-46d8-b68b-a068edb4c53f" providerId="ADAL" clId="{F1631578-A950-489A-824B-E7FA513610A0}" dt="2026-01-20T10:52:10.564" v="295" actId="14826"/>
          <ac:picMkLst>
            <pc:docMk/>
            <pc:sldMk cId="4241828597" sldId="275"/>
            <ac:picMk id="4" creationId="{9AD05128-3423-9A6D-F0B8-19D128726A69}"/>
          </ac:picMkLst>
        </pc:picChg>
      </pc:sldChg>
      <pc:sldChg chg="modSp add mod modTransition modNotesTx">
        <pc:chgData name="גל מויאל" userId="aaea18c9-078e-46d8-b68b-a068edb4c53f" providerId="ADAL" clId="{F1631578-A950-489A-824B-E7FA513610A0}" dt="2026-01-22T06:24:46.015" v="410" actId="20577"/>
        <pc:sldMkLst>
          <pc:docMk/>
          <pc:sldMk cId="373091256" sldId="276"/>
        </pc:sldMkLst>
        <pc:spChg chg="mod">
          <ac:chgData name="גל מויאל" userId="aaea18c9-078e-46d8-b68b-a068edb4c53f" providerId="ADAL" clId="{F1631578-A950-489A-824B-E7FA513610A0}" dt="2026-01-20T10:52:54.131" v="298" actId="20577"/>
          <ac:spMkLst>
            <pc:docMk/>
            <pc:sldMk cId="373091256" sldId="276"/>
            <ac:spMk id="2" creationId="{B10F7865-92C1-3EE9-5D20-5DC00E50226B}"/>
          </ac:spMkLst>
        </pc:spChg>
        <pc:picChg chg="mod">
          <ac:chgData name="גל מויאל" userId="aaea18c9-078e-46d8-b68b-a068edb4c53f" providerId="ADAL" clId="{F1631578-A950-489A-824B-E7FA513610A0}" dt="2026-01-20T10:53:01.731" v="299" actId="14826"/>
          <ac:picMkLst>
            <pc:docMk/>
            <pc:sldMk cId="373091256" sldId="276"/>
            <ac:picMk id="4" creationId="{E8B0118C-E972-B6D0-F63B-4125D8EE9E27}"/>
          </ac:picMkLst>
        </pc:picChg>
      </pc:sldChg>
      <pc:sldChg chg="addSp delSp modSp new mod modTransition setBg modNotesTx">
        <pc:chgData name="גל מויאל" userId="aaea18c9-078e-46d8-b68b-a068edb4c53f" providerId="ADAL" clId="{F1631578-A950-489A-824B-E7FA513610A0}" dt="2026-01-21T19:58:26.075" v="400" actId="20577"/>
        <pc:sldMkLst>
          <pc:docMk/>
          <pc:sldMk cId="1728511551" sldId="277"/>
        </pc:sldMkLst>
        <pc:spChg chg="mod">
          <ac:chgData name="גל מויאל" userId="aaea18c9-078e-46d8-b68b-a068edb4c53f" providerId="ADAL" clId="{F1631578-A950-489A-824B-E7FA513610A0}" dt="2026-01-21T16:34:58.227" v="313" actId="14100"/>
          <ac:spMkLst>
            <pc:docMk/>
            <pc:sldMk cId="1728511551" sldId="277"/>
            <ac:spMk id="2" creationId="{53EE065F-18E7-9174-2869-7B73258AFAAA}"/>
          </ac:spMkLst>
        </pc:spChg>
        <pc:spChg chg="add mod">
          <ac:chgData name="גל מויאל" userId="aaea18c9-078e-46d8-b68b-a068edb4c53f" providerId="ADAL" clId="{F1631578-A950-489A-824B-E7FA513610A0}" dt="2026-01-21T16:36:18.067" v="322"/>
          <ac:spMkLst>
            <pc:docMk/>
            <pc:sldMk cId="1728511551" sldId="277"/>
            <ac:spMk id="4" creationId="{EA14C203-F014-9599-FD24-06F76630C457}"/>
          </ac:spMkLst>
        </pc:spChg>
        <pc:spChg chg="add">
          <ac:chgData name="גל מויאל" userId="aaea18c9-078e-46d8-b68b-a068edb4c53f" providerId="ADAL" clId="{F1631578-A950-489A-824B-E7FA513610A0}" dt="2026-01-21T16:34:53.479" v="312" actId="26606"/>
          <ac:spMkLst>
            <pc:docMk/>
            <pc:sldMk cId="1728511551" sldId="277"/>
            <ac:spMk id="9" creationId="{9663BDD8-36FC-48B0-8862-3B51BE4F77DA}"/>
          </ac:spMkLst>
        </pc:spChg>
        <pc:spChg chg="add">
          <ac:chgData name="גל מויאל" userId="aaea18c9-078e-46d8-b68b-a068edb4c53f" providerId="ADAL" clId="{F1631578-A950-489A-824B-E7FA513610A0}" dt="2026-01-21T16:34:53.479" v="312" actId="26606"/>
          <ac:spMkLst>
            <pc:docMk/>
            <pc:sldMk cId="1728511551" sldId="277"/>
            <ac:spMk id="44" creationId="{42DA35F9-950C-4AD3-AAD4-731D45E42335}"/>
          </ac:spMkLst>
        </pc:spChg>
        <pc:grpChg chg="add">
          <ac:chgData name="גל מויאל" userId="aaea18c9-078e-46d8-b68b-a068edb4c53f" providerId="ADAL" clId="{F1631578-A950-489A-824B-E7FA513610A0}" dt="2026-01-21T16:34:53.479" v="312" actId="26606"/>
          <ac:grpSpMkLst>
            <pc:docMk/>
            <pc:sldMk cId="1728511551" sldId="277"/>
            <ac:grpSpMk id="11" creationId="{7188C579-6F01-4060-BF31-C045C99A6CF8}"/>
          </ac:grpSpMkLst>
        </pc:grpChg>
        <pc:graphicFrameChg chg="add">
          <ac:chgData name="גל מויאל" userId="aaea18c9-078e-46d8-b68b-a068edb4c53f" providerId="ADAL" clId="{F1631578-A950-489A-824B-E7FA513610A0}" dt="2026-01-21T16:34:53.479" v="312" actId="26606"/>
          <ac:graphicFrameMkLst>
            <pc:docMk/>
            <pc:sldMk cId="1728511551" sldId="277"/>
            <ac:graphicFrameMk id="5" creationId="{C76C4B86-8605-C96D-0373-29AE489DBC50}"/>
          </ac:graphicFrameMkLst>
        </pc:graphicFrameChg>
      </pc:sldChg>
      <pc:sldChg chg="addSp delSp modSp new mod setBg">
        <pc:chgData name="גל מויאל" userId="aaea18c9-078e-46d8-b68b-a068edb4c53f" providerId="ADAL" clId="{F1631578-A950-489A-824B-E7FA513610A0}" dt="2026-01-25T07:51:02.886" v="473"/>
        <pc:sldMkLst>
          <pc:docMk/>
          <pc:sldMk cId="2743498538" sldId="278"/>
        </pc:sldMkLst>
        <pc:spChg chg="mod">
          <ac:chgData name="גל מויאל" userId="aaea18c9-078e-46d8-b68b-a068edb4c53f" providerId="ADAL" clId="{F1631578-A950-489A-824B-E7FA513610A0}" dt="2026-01-25T07:50:47.926" v="472" actId="26606"/>
          <ac:spMkLst>
            <pc:docMk/>
            <pc:sldMk cId="2743498538" sldId="278"/>
            <ac:spMk id="2" creationId="{7D12CBFD-84D6-851B-EC04-BE3E65CDD507}"/>
          </ac:spMkLst>
        </pc:spChg>
        <pc:spChg chg="add del mod">
          <ac:chgData name="גל מויאל" userId="aaea18c9-078e-46d8-b68b-a068edb4c53f" providerId="ADAL" clId="{F1631578-A950-489A-824B-E7FA513610A0}" dt="2026-01-25T07:50:47.926" v="472" actId="26606"/>
          <ac:spMkLst>
            <pc:docMk/>
            <pc:sldMk cId="2743498538" sldId="278"/>
            <ac:spMk id="3" creationId="{1415481E-81B0-4697-C742-B9F8D4F4640D}"/>
          </ac:spMkLst>
        </pc:spChg>
        <pc:spChg chg="add del mod">
          <ac:chgData name="גל מויאל" userId="aaea18c9-078e-46d8-b68b-a068edb4c53f" providerId="ADAL" clId="{F1631578-A950-489A-824B-E7FA513610A0}" dt="2026-01-25T07:50:18.945" v="469" actId="478"/>
          <ac:spMkLst>
            <pc:docMk/>
            <pc:sldMk cId="2743498538" sldId="278"/>
            <ac:spMk id="5" creationId="{A8C39442-30B5-A6AC-17E6-ED8A6AF31EA4}"/>
          </ac:spMkLst>
        </pc:spChg>
        <pc:spChg chg="add mod">
          <ac:chgData name="גל מויאל" userId="aaea18c9-078e-46d8-b68b-a068edb4c53f" providerId="ADAL" clId="{F1631578-A950-489A-824B-E7FA513610A0}" dt="2026-01-25T07:51:02.886" v="473"/>
          <ac:spMkLst>
            <pc:docMk/>
            <pc:sldMk cId="2743498538" sldId="278"/>
            <ac:spMk id="7" creationId="{FC7E2C1C-778A-A279-D0D7-C46D91E2D8C2}"/>
          </ac:spMkLst>
        </pc:spChg>
        <pc:spChg chg="add">
          <ac:chgData name="גל מויאל" userId="aaea18c9-078e-46d8-b68b-a068edb4c53f" providerId="ADAL" clId="{F1631578-A950-489A-824B-E7FA513610A0}" dt="2026-01-25T07:50:47.926" v="472" actId="26606"/>
          <ac:spMkLst>
            <pc:docMk/>
            <pc:sldMk cId="2743498538" sldId="278"/>
            <ac:spMk id="9" creationId="{9663BDD8-36FC-48B0-8862-3B51BE4F77DA}"/>
          </ac:spMkLst>
        </pc:spChg>
        <pc:spChg chg="add">
          <ac:chgData name="גל מויאל" userId="aaea18c9-078e-46d8-b68b-a068edb4c53f" providerId="ADAL" clId="{F1631578-A950-489A-824B-E7FA513610A0}" dt="2026-01-25T07:50:47.926" v="472" actId="26606"/>
          <ac:spMkLst>
            <pc:docMk/>
            <pc:sldMk cId="2743498538" sldId="278"/>
            <ac:spMk id="44" creationId="{1DEA6A44-CD60-4DFD-802B-A4F4BFCB7116}"/>
          </ac:spMkLst>
        </pc:spChg>
        <pc:grpChg chg="add">
          <ac:chgData name="גל מויאל" userId="aaea18c9-078e-46d8-b68b-a068edb4c53f" providerId="ADAL" clId="{F1631578-A950-489A-824B-E7FA513610A0}" dt="2026-01-25T07:50:47.926" v="472" actId="26606"/>
          <ac:grpSpMkLst>
            <pc:docMk/>
            <pc:sldMk cId="2743498538" sldId="278"/>
            <ac:grpSpMk id="11" creationId="{B27757FA-E22B-4C03-A927-1E4B4A5855BB}"/>
          </ac:grpSpMkLst>
        </pc:grpChg>
        <pc:graphicFrameChg chg="add">
          <ac:chgData name="גל מויאל" userId="aaea18c9-078e-46d8-b68b-a068edb4c53f" providerId="ADAL" clId="{F1631578-A950-489A-824B-E7FA513610A0}" dt="2026-01-25T07:50:47.926" v="472" actId="26606"/>
          <ac:graphicFrameMkLst>
            <pc:docMk/>
            <pc:sldMk cId="2743498538" sldId="278"/>
            <ac:graphicFrameMk id="6" creationId="{717660F1-6B85-A365-EB43-22185488B151}"/>
          </ac:graphicFrameMkLst>
        </pc:graphicFrameChg>
      </pc:sldChg>
      <pc:sldMasterChg chg="modTransition modSldLayout">
        <pc:chgData name="גל מויאל" userId="aaea18c9-078e-46d8-b68b-a068edb4c53f" providerId="ADAL" clId="{F1631578-A950-489A-824B-E7FA513610A0}" dt="2026-01-21T17:05:20.392" v="338"/>
        <pc:sldMasterMkLst>
          <pc:docMk/>
          <pc:sldMasterMk cId="4242105015" sldId="2147483781"/>
        </pc:sldMasterMkLst>
        <pc:sldLayoutChg chg="modTransition">
          <pc:chgData name="גל מויאל" userId="aaea18c9-078e-46d8-b68b-a068edb4c53f" providerId="ADAL" clId="{F1631578-A950-489A-824B-E7FA513610A0}" dt="2026-01-21T17:05:20.392" v="338"/>
          <pc:sldLayoutMkLst>
            <pc:docMk/>
            <pc:sldMasterMk cId="4242105015" sldId="2147483781"/>
            <pc:sldLayoutMk cId="306157488" sldId="2147483770"/>
          </pc:sldLayoutMkLst>
        </pc:sldLayoutChg>
        <pc:sldLayoutChg chg="modTransition">
          <pc:chgData name="גל מויאל" userId="aaea18c9-078e-46d8-b68b-a068edb4c53f" providerId="ADAL" clId="{F1631578-A950-489A-824B-E7FA513610A0}" dt="2026-01-21T17:05:20.392" v="338"/>
          <pc:sldLayoutMkLst>
            <pc:docMk/>
            <pc:sldMasterMk cId="4242105015" sldId="2147483781"/>
            <pc:sldLayoutMk cId="1067472408" sldId="2147483771"/>
          </pc:sldLayoutMkLst>
        </pc:sldLayoutChg>
        <pc:sldLayoutChg chg="modTransition">
          <pc:chgData name="גל מויאל" userId="aaea18c9-078e-46d8-b68b-a068edb4c53f" providerId="ADAL" clId="{F1631578-A950-489A-824B-E7FA513610A0}" dt="2026-01-21T17:05:20.392" v="338"/>
          <pc:sldLayoutMkLst>
            <pc:docMk/>
            <pc:sldMasterMk cId="4242105015" sldId="2147483781"/>
            <pc:sldLayoutMk cId="1472456481" sldId="2147483772"/>
          </pc:sldLayoutMkLst>
        </pc:sldLayoutChg>
        <pc:sldLayoutChg chg="modTransition">
          <pc:chgData name="גל מויאל" userId="aaea18c9-078e-46d8-b68b-a068edb4c53f" providerId="ADAL" clId="{F1631578-A950-489A-824B-E7FA513610A0}" dt="2026-01-21T17:05:20.392" v="338"/>
          <pc:sldLayoutMkLst>
            <pc:docMk/>
            <pc:sldMasterMk cId="4242105015" sldId="2147483781"/>
            <pc:sldLayoutMk cId="2305400780" sldId="2147483773"/>
          </pc:sldLayoutMkLst>
        </pc:sldLayoutChg>
        <pc:sldLayoutChg chg="modTransition">
          <pc:chgData name="גל מויאל" userId="aaea18c9-078e-46d8-b68b-a068edb4c53f" providerId="ADAL" clId="{F1631578-A950-489A-824B-E7FA513610A0}" dt="2026-01-21T17:05:20.392" v="338"/>
          <pc:sldLayoutMkLst>
            <pc:docMk/>
            <pc:sldMasterMk cId="4242105015" sldId="2147483781"/>
            <pc:sldLayoutMk cId="3159296203" sldId="2147483774"/>
          </pc:sldLayoutMkLst>
        </pc:sldLayoutChg>
        <pc:sldLayoutChg chg="modTransition">
          <pc:chgData name="גל מויאל" userId="aaea18c9-078e-46d8-b68b-a068edb4c53f" providerId="ADAL" clId="{F1631578-A950-489A-824B-E7FA513610A0}" dt="2026-01-21T17:05:20.392" v="338"/>
          <pc:sldLayoutMkLst>
            <pc:docMk/>
            <pc:sldMasterMk cId="4242105015" sldId="2147483781"/>
            <pc:sldLayoutMk cId="1525162158" sldId="2147483775"/>
          </pc:sldLayoutMkLst>
        </pc:sldLayoutChg>
        <pc:sldLayoutChg chg="modTransition">
          <pc:chgData name="גל מויאל" userId="aaea18c9-078e-46d8-b68b-a068edb4c53f" providerId="ADAL" clId="{F1631578-A950-489A-824B-E7FA513610A0}" dt="2026-01-21T17:05:20.392" v="338"/>
          <pc:sldLayoutMkLst>
            <pc:docMk/>
            <pc:sldMasterMk cId="4242105015" sldId="2147483781"/>
            <pc:sldLayoutMk cId="764711425" sldId="2147483776"/>
          </pc:sldLayoutMkLst>
        </pc:sldLayoutChg>
        <pc:sldLayoutChg chg="modTransition">
          <pc:chgData name="גל מויאל" userId="aaea18c9-078e-46d8-b68b-a068edb4c53f" providerId="ADAL" clId="{F1631578-A950-489A-824B-E7FA513610A0}" dt="2026-01-21T17:05:20.392" v="338"/>
          <pc:sldLayoutMkLst>
            <pc:docMk/>
            <pc:sldMasterMk cId="4242105015" sldId="2147483781"/>
            <pc:sldLayoutMk cId="637452434" sldId="2147483777"/>
          </pc:sldLayoutMkLst>
        </pc:sldLayoutChg>
        <pc:sldLayoutChg chg="modTransition">
          <pc:chgData name="גל מויאל" userId="aaea18c9-078e-46d8-b68b-a068edb4c53f" providerId="ADAL" clId="{F1631578-A950-489A-824B-E7FA513610A0}" dt="2026-01-21T17:05:20.392" v="338"/>
          <pc:sldLayoutMkLst>
            <pc:docMk/>
            <pc:sldMasterMk cId="4242105015" sldId="2147483781"/>
            <pc:sldLayoutMk cId="2317683447" sldId="2147483778"/>
          </pc:sldLayoutMkLst>
        </pc:sldLayoutChg>
        <pc:sldLayoutChg chg="modTransition">
          <pc:chgData name="גל מויאל" userId="aaea18c9-078e-46d8-b68b-a068edb4c53f" providerId="ADAL" clId="{F1631578-A950-489A-824B-E7FA513610A0}" dt="2026-01-21T17:05:20.392" v="338"/>
          <pc:sldLayoutMkLst>
            <pc:docMk/>
            <pc:sldMasterMk cId="4242105015" sldId="2147483781"/>
            <pc:sldLayoutMk cId="2233898561" sldId="2147483779"/>
          </pc:sldLayoutMkLst>
        </pc:sldLayoutChg>
        <pc:sldLayoutChg chg="modTransition">
          <pc:chgData name="גל מויאל" userId="aaea18c9-078e-46d8-b68b-a068edb4c53f" providerId="ADAL" clId="{F1631578-A950-489A-824B-E7FA513610A0}" dt="2026-01-21T17:05:20.392" v="338"/>
          <pc:sldLayoutMkLst>
            <pc:docMk/>
            <pc:sldMasterMk cId="4242105015" sldId="2147483781"/>
            <pc:sldLayoutMk cId="828805656" sldId="2147483780"/>
          </pc:sldLayoutMkLst>
        </pc:sldLayoutChg>
      </pc:sldMasterChg>
    </pc:docChg>
  </pc:docChgLst>
  <pc:docChgLst>
    <pc:chgData name="עדן פורמן" userId="a3a5ebf9-c18c-4bde-8500-ad97b2fdb5d5" providerId="ADAL" clId="{06ABCEEE-9CFF-4AE9-AFD6-758A0236CDF1}"/>
    <pc:docChg chg="modSld">
      <pc:chgData name="עדן פורמן" userId="a3a5ebf9-c18c-4bde-8500-ad97b2fdb5d5" providerId="ADAL" clId="{06ABCEEE-9CFF-4AE9-AFD6-758A0236CDF1}" dt="2026-01-21T17:46:50.126" v="3" actId="20577"/>
      <pc:docMkLst>
        <pc:docMk/>
      </pc:docMkLst>
      <pc:sldChg chg="modNotesTx">
        <pc:chgData name="עדן פורמן" userId="a3a5ebf9-c18c-4bde-8500-ad97b2fdb5d5" providerId="ADAL" clId="{06ABCEEE-9CFF-4AE9-AFD6-758A0236CDF1}" dt="2026-01-21T17:46:50.126" v="3" actId="20577"/>
        <pc:sldMkLst>
          <pc:docMk/>
          <pc:sldMk cId="3986551220" sldId="272"/>
        </pc:sldMkLst>
      </pc:sldChg>
      <pc:sldChg chg="modNotesTx">
        <pc:chgData name="עדן פורמן" userId="a3a5ebf9-c18c-4bde-8500-ad97b2fdb5d5" providerId="ADAL" clId="{06ABCEEE-9CFF-4AE9-AFD6-758A0236CDF1}" dt="2026-01-21T17:46:47.734" v="2" actId="20577"/>
        <pc:sldMkLst>
          <pc:docMk/>
          <pc:sldMk cId="1731064653" sldId="273"/>
        </pc:sldMkLst>
      </pc:sldChg>
    </pc:docChg>
  </pc:docChgLst>
  <pc:docChgLst>
    <pc:chgData name="julia@braude.ac.il" userId="S::urn:spo:guest#julia@braude.ac.il::" providerId="AD" clId="Web-{A49D7979-7984-654F-4FA7-F9C9E739D2FD}"/>
    <pc:docChg chg="modSld">
      <pc:chgData name="julia@braude.ac.il" userId="S::urn:spo:guest#julia@braude.ac.il::" providerId="AD" clId="Web-{A49D7979-7984-654F-4FA7-F9C9E739D2FD}" dt="2026-01-19T09:41:29.150" v="2" actId="1076"/>
      <pc:docMkLst>
        <pc:docMk/>
      </pc:docMkLst>
      <pc:sldChg chg="modSp">
        <pc:chgData name="julia@braude.ac.il" userId="S::urn:spo:guest#julia@braude.ac.il::" providerId="AD" clId="Web-{A49D7979-7984-654F-4FA7-F9C9E739D2FD}" dt="2026-01-19T09:41:29.150" v="2" actId="1076"/>
        <pc:sldMkLst>
          <pc:docMk/>
          <pc:sldMk cId="2311980043" sldId="265"/>
        </pc:sldMkLst>
        <pc:picChg chg="mod">
          <ac:chgData name="julia@braude.ac.il" userId="S::urn:spo:guest#julia@braude.ac.il::" providerId="AD" clId="Web-{A49D7979-7984-654F-4FA7-F9C9E739D2FD}" dt="2026-01-19T09:41:29.150" v="2" actId="1076"/>
          <ac:picMkLst>
            <pc:docMk/>
            <pc:sldMk cId="2311980043" sldId="265"/>
            <ac:picMk id="6" creationId="{2DA65DBA-1DDD-53DD-9071-6BF39D35217A}"/>
          </ac:picMkLst>
        </pc:picChg>
      </pc:sldChg>
      <pc:sldChg chg="modSp">
        <pc:chgData name="julia@braude.ac.il" userId="S::urn:spo:guest#julia@braude.ac.il::" providerId="AD" clId="Web-{A49D7979-7984-654F-4FA7-F9C9E739D2FD}" dt="2026-01-19T09:40:59.820" v="1" actId="1076"/>
        <pc:sldMkLst>
          <pc:docMk/>
          <pc:sldMk cId="4248851578" sldId="267"/>
        </pc:sldMkLst>
        <pc:picChg chg="mod">
          <ac:chgData name="julia@braude.ac.il" userId="S::urn:spo:guest#julia@braude.ac.il::" providerId="AD" clId="Web-{A49D7979-7984-654F-4FA7-F9C9E739D2FD}" dt="2026-01-19T09:40:59.820" v="1" actId="1076"/>
          <ac:picMkLst>
            <pc:docMk/>
            <pc:sldMk cId="4248851578" sldId="267"/>
            <ac:picMk id="6" creationId="{D62AF3EA-DDC5-8DD1-FB10-15C399865DA8}"/>
          </ac:picMkLst>
        </pc:picChg>
      </pc:sldChg>
    </pc:docChg>
  </pc:docChgLst>
</pc:chgInfo>
</file>

<file path=ppt/diagrams/_rels/data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svg"/><Relationship Id="rId1" Type="http://schemas.openxmlformats.org/officeDocument/2006/relationships/image" Target="../media/image2.png"/><Relationship Id="rId6" Type="http://schemas.openxmlformats.org/officeDocument/2006/relationships/image" Target="../media/image7.svg"/><Relationship Id="rId5" Type="http://schemas.openxmlformats.org/officeDocument/2006/relationships/image" Target="../media/image6.png"/><Relationship Id="rId4" Type="http://schemas.openxmlformats.org/officeDocument/2006/relationships/image" Target="../media/image5.svg"/></Relationships>
</file>

<file path=ppt/diagrams/_rels/data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svg"/><Relationship Id="rId1" Type="http://schemas.openxmlformats.org/officeDocument/2006/relationships/image" Target="../media/image8.png"/><Relationship Id="rId6" Type="http://schemas.openxmlformats.org/officeDocument/2006/relationships/image" Target="../media/image13.svg"/><Relationship Id="rId5" Type="http://schemas.openxmlformats.org/officeDocument/2006/relationships/image" Target="../media/image12.png"/><Relationship Id="rId4" Type="http://schemas.openxmlformats.org/officeDocument/2006/relationships/image" Target="../media/image11.svg"/></Relationships>
</file>

<file path=ppt/diagrams/_rels/data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svg"/><Relationship Id="rId7" Type="http://schemas.openxmlformats.org/officeDocument/2006/relationships/image" Target="../media/image20.svg"/><Relationship Id="rId2" Type="http://schemas.openxmlformats.org/officeDocument/2006/relationships/image" Target="../media/image15.png"/><Relationship Id="rId1" Type="http://schemas.openxmlformats.org/officeDocument/2006/relationships/image" Target="../media/image14.png"/><Relationship Id="rId6" Type="http://schemas.openxmlformats.org/officeDocument/2006/relationships/image" Target="../media/image19.png"/><Relationship Id="rId5" Type="http://schemas.openxmlformats.org/officeDocument/2006/relationships/image" Target="../media/image18.svg"/><Relationship Id="rId4" Type="http://schemas.openxmlformats.org/officeDocument/2006/relationships/image" Target="../media/image17.png"/></Relationships>
</file>

<file path=ppt/diagrams/_rels/data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svg"/><Relationship Id="rId1" Type="http://schemas.openxmlformats.org/officeDocument/2006/relationships/image" Target="../media/image21.png"/><Relationship Id="rId6" Type="http://schemas.openxmlformats.org/officeDocument/2006/relationships/image" Target="../media/image26.svg"/><Relationship Id="rId5" Type="http://schemas.openxmlformats.org/officeDocument/2006/relationships/image" Target="../media/image25.png"/><Relationship Id="rId4" Type="http://schemas.openxmlformats.org/officeDocument/2006/relationships/image" Target="../media/image24.svg"/></Relationships>
</file>

<file path=ppt/diagrams/_rels/data6.xml.rels><?xml version="1.0" encoding="UTF-8" standalone="yes"?>
<Relationships xmlns="http://schemas.openxmlformats.org/package/2006/relationships"><Relationship Id="rId8" Type="http://schemas.openxmlformats.org/officeDocument/2006/relationships/image" Target="../media/image40.svg"/><Relationship Id="rId3" Type="http://schemas.openxmlformats.org/officeDocument/2006/relationships/image" Target="../media/image36.png"/><Relationship Id="rId7" Type="http://schemas.openxmlformats.org/officeDocument/2006/relationships/image" Target="../media/image39.png"/><Relationship Id="rId2" Type="http://schemas.openxmlformats.org/officeDocument/2006/relationships/image" Target="../media/image35.svg"/><Relationship Id="rId1" Type="http://schemas.openxmlformats.org/officeDocument/2006/relationships/image" Target="../media/image34.png"/><Relationship Id="rId6" Type="http://schemas.openxmlformats.org/officeDocument/2006/relationships/image" Target="../media/image38.svg"/><Relationship Id="rId5" Type="http://schemas.openxmlformats.org/officeDocument/2006/relationships/image" Target="../media/image19.png"/><Relationship Id="rId4" Type="http://schemas.openxmlformats.org/officeDocument/2006/relationships/image" Target="../media/image37.svg"/></Relationships>
</file>

<file path=ppt/diagrams/_rels/data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2" Type="http://schemas.openxmlformats.org/officeDocument/2006/relationships/image" Target="../media/image48.svg"/><Relationship Id="rId1" Type="http://schemas.openxmlformats.org/officeDocument/2006/relationships/image" Target="../media/image47.png"/><Relationship Id="rId6" Type="http://schemas.openxmlformats.org/officeDocument/2006/relationships/image" Target="../media/image52.svg"/><Relationship Id="rId5" Type="http://schemas.openxmlformats.org/officeDocument/2006/relationships/image" Target="../media/image51.png"/><Relationship Id="rId4" Type="http://schemas.openxmlformats.org/officeDocument/2006/relationships/image" Target="../media/image50.svg"/></Relationships>
</file>

<file path=ppt/diagrams/_rels/drawing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svg"/><Relationship Id="rId1" Type="http://schemas.openxmlformats.org/officeDocument/2006/relationships/image" Target="../media/image2.png"/><Relationship Id="rId6" Type="http://schemas.openxmlformats.org/officeDocument/2006/relationships/image" Target="../media/image7.svg"/><Relationship Id="rId5" Type="http://schemas.openxmlformats.org/officeDocument/2006/relationships/image" Target="../media/image6.png"/><Relationship Id="rId4" Type="http://schemas.openxmlformats.org/officeDocument/2006/relationships/image" Target="../media/image5.svg"/></Relationships>
</file>

<file path=ppt/diagrams/_rels/drawing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svg"/><Relationship Id="rId1" Type="http://schemas.openxmlformats.org/officeDocument/2006/relationships/image" Target="../media/image8.png"/><Relationship Id="rId6" Type="http://schemas.openxmlformats.org/officeDocument/2006/relationships/image" Target="../media/image13.svg"/><Relationship Id="rId5" Type="http://schemas.openxmlformats.org/officeDocument/2006/relationships/image" Target="../media/image12.png"/><Relationship Id="rId4" Type="http://schemas.openxmlformats.org/officeDocument/2006/relationships/image" Target="../media/image11.svg"/></Relationships>
</file>

<file path=ppt/diagrams/_rels/drawing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svg"/><Relationship Id="rId7" Type="http://schemas.openxmlformats.org/officeDocument/2006/relationships/image" Target="../media/image20.svg"/><Relationship Id="rId2" Type="http://schemas.openxmlformats.org/officeDocument/2006/relationships/image" Target="../media/image15.png"/><Relationship Id="rId1" Type="http://schemas.openxmlformats.org/officeDocument/2006/relationships/image" Target="../media/image14.png"/><Relationship Id="rId6" Type="http://schemas.openxmlformats.org/officeDocument/2006/relationships/image" Target="../media/image19.png"/><Relationship Id="rId5" Type="http://schemas.openxmlformats.org/officeDocument/2006/relationships/image" Target="../media/image18.svg"/><Relationship Id="rId4" Type="http://schemas.openxmlformats.org/officeDocument/2006/relationships/image" Target="../media/image17.png"/></Relationships>
</file>

<file path=ppt/diagrams/_rels/drawing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svg"/><Relationship Id="rId1" Type="http://schemas.openxmlformats.org/officeDocument/2006/relationships/image" Target="../media/image21.png"/><Relationship Id="rId6" Type="http://schemas.openxmlformats.org/officeDocument/2006/relationships/image" Target="../media/image26.svg"/><Relationship Id="rId5" Type="http://schemas.openxmlformats.org/officeDocument/2006/relationships/image" Target="../media/image25.png"/><Relationship Id="rId4" Type="http://schemas.openxmlformats.org/officeDocument/2006/relationships/image" Target="../media/image24.svg"/></Relationships>
</file>

<file path=ppt/diagrams/_rels/drawing6.xml.rels><?xml version="1.0" encoding="UTF-8" standalone="yes"?>
<Relationships xmlns="http://schemas.openxmlformats.org/package/2006/relationships"><Relationship Id="rId8" Type="http://schemas.openxmlformats.org/officeDocument/2006/relationships/image" Target="../media/image40.svg"/><Relationship Id="rId3" Type="http://schemas.openxmlformats.org/officeDocument/2006/relationships/image" Target="../media/image36.png"/><Relationship Id="rId7" Type="http://schemas.openxmlformats.org/officeDocument/2006/relationships/image" Target="../media/image39.png"/><Relationship Id="rId2" Type="http://schemas.openxmlformats.org/officeDocument/2006/relationships/image" Target="../media/image35.svg"/><Relationship Id="rId1" Type="http://schemas.openxmlformats.org/officeDocument/2006/relationships/image" Target="../media/image34.png"/><Relationship Id="rId6" Type="http://schemas.openxmlformats.org/officeDocument/2006/relationships/image" Target="../media/image38.svg"/><Relationship Id="rId5" Type="http://schemas.openxmlformats.org/officeDocument/2006/relationships/image" Target="../media/image19.png"/><Relationship Id="rId4" Type="http://schemas.openxmlformats.org/officeDocument/2006/relationships/image" Target="../media/image37.svg"/></Relationships>
</file>

<file path=ppt/diagrams/_rels/drawing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2" Type="http://schemas.openxmlformats.org/officeDocument/2006/relationships/image" Target="../media/image48.svg"/><Relationship Id="rId1" Type="http://schemas.openxmlformats.org/officeDocument/2006/relationships/image" Target="../media/image47.png"/><Relationship Id="rId6" Type="http://schemas.openxmlformats.org/officeDocument/2006/relationships/image" Target="../media/image52.svg"/><Relationship Id="rId5" Type="http://schemas.openxmlformats.org/officeDocument/2006/relationships/image" Target="../media/image51.png"/><Relationship Id="rId4" Type="http://schemas.openxmlformats.org/officeDocument/2006/relationships/image" Target="../media/image50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18/5/colors/Iconchunking_neutralbg_accent4_2">
  <dgm:title val=""/>
  <dgm:desc val=""/>
  <dgm:catLst>
    <dgm:cat type="accent4" pri="142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4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4"/>
    </dgm:fillClrLst>
    <dgm:linClrLst meth="repeat">
      <a:schemeClr val="accent4"/>
    </dgm:linClrLst>
    <dgm:effectClrLst/>
    <dgm:txLinClrLst/>
    <dgm:txFillClrLst/>
    <dgm:txEffectClrLst/>
  </dgm:styleLbl>
  <dgm:styleLbl name="lnNode1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4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4"/>
    </dgm:fillClrLst>
    <dgm:linClrLst meth="repeat">
      <a:schemeClr val="accent4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4"/>
    </dgm:fillClrLst>
    <dgm:linClrLst meth="repeat">
      <a:schemeClr val="accent4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4"/>
    </dgm:fillClrLst>
    <dgm:linClrLst meth="repeat">
      <a:schemeClr val="accent4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/>
    </dgm:fillClrLst>
    <dgm:linClrLst meth="repeat">
      <a:schemeClr val="accent4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4"/>
    </dgm:fillClrLst>
    <dgm:linClrLst meth="repeat">
      <a:schemeClr val="accent4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4">
        <a:alpha val="90000"/>
        <a:tint val="40000"/>
      </a:schemeClr>
    </dgm:fillClrLst>
    <dgm:linClrLst meth="repeat">
      <a:schemeClr val="accent4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4">
        <a:alpha val="90000"/>
        <a:tint val="40000"/>
      </a:schemeClr>
    </dgm:fillClrLst>
    <dgm:linClrLst meth="repeat">
      <a:schemeClr val="accent4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4">
        <a:alpha val="90000"/>
        <a:tint val="40000"/>
      </a:schemeClr>
    </dgm:fillClrLst>
    <dgm:linClrLst meth="repeat">
      <a:schemeClr val="accent4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4">
        <a:shade val="8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4">
        <a:tint val="50000"/>
        <a:alpha val="4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4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8.xml><?xml version="1.0" encoding="utf-8"?>
<dgm:colorsDef xmlns:dgm="http://schemas.openxmlformats.org/drawingml/2006/diagram" xmlns:a="http://schemas.openxmlformats.org/drawingml/2006/main" uniqueId="urn:microsoft.com/office/officeart/2018/5/colors/Iconchunking_neutralicon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A37A915C-D7C3-45FC-82EF-147219939DE8}" type="doc">
      <dgm:prSet loTypeId="urn:microsoft.com/office/officeart/2018/2/layout/IconLabel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BB694583-698C-499C-8249-5273326E728A}">
      <dgm:prSet/>
      <dgm:spPr/>
      <dgm:t>
        <a:bodyPr/>
        <a:lstStyle/>
        <a:p>
          <a:pPr>
            <a:lnSpc>
              <a:spcPct val="100000"/>
            </a:lnSpc>
          </a:pPr>
          <a:r>
            <a:rPr lang="he-IL"/>
            <a:t>Manual timetable creation</a:t>
          </a:r>
          <a:endParaRPr lang="en-US"/>
        </a:p>
      </dgm:t>
    </dgm:pt>
    <dgm:pt modelId="{7546450D-9DBA-4B36-8BEE-1CE2183125B1}" type="parTrans" cxnId="{9DBEB5DF-A2E2-4CE0-AF73-D72752F77C5B}">
      <dgm:prSet/>
      <dgm:spPr/>
      <dgm:t>
        <a:bodyPr/>
        <a:lstStyle/>
        <a:p>
          <a:endParaRPr lang="en-US"/>
        </a:p>
      </dgm:t>
    </dgm:pt>
    <dgm:pt modelId="{7E0D3D74-6CEE-486B-B827-888A26A448EE}" type="sibTrans" cxnId="{9DBEB5DF-A2E2-4CE0-AF73-D72752F77C5B}">
      <dgm:prSet/>
      <dgm:spPr/>
      <dgm:t>
        <a:bodyPr/>
        <a:lstStyle/>
        <a:p>
          <a:endParaRPr lang="en-US"/>
        </a:p>
      </dgm:t>
    </dgm:pt>
    <dgm:pt modelId="{3644D7FE-2A42-42CD-8E8A-474E82D3D362}">
      <dgm:prSet/>
      <dgm:spPr/>
      <dgm:t>
        <a:bodyPr/>
        <a:lstStyle/>
        <a:p>
          <a:pPr>
            <a:lnSpc>
              <a:spcPct val="100000"/>
            </a:lnSpc>
          </a:pPr>
          <a:r>
            <a:rPr lang="he-IL" err="1"/>
            <a:t>Many</a:t>
          </a:r>
          <a:r>
            <a:rPr lang="he-IL"/>
            <a:t> </a:t>
          </a:r>
          <a:r>
            <a:rPr lang="he-IL" err="1"/>
            <a:t>constraints</a:t>
          </a:r>
          <a:endParaRPr lang="en-US"/>
        </a:p>
      </dgm:t>
    </dgm:pt>
    <dgm:pt modelId="{49EEE0DB-D021-4D3C-BBD1-10DAE748CF47}" type="parTrans" cxnId="{1517EE80-31FE-481B-9841-E6431084ABD6}">
      <dgm:prSet/>
      <dgm:spPr/>
      <dgm:t>
        <a:bodyPr/>
        <a:lstStyle/>
        <a:p>
          <a:endParaRPr lang="en-US"/>
        </a:p>
      </dgm:t>
    </dgm:pt>
    <dgm:pt modelId="{C4333FEB-3CA3-4F3F-8F4C-9DB79E90ADB7}" type="sibTrans" cxnId="{1517EE80-31FE-481B-9841-E6431084ABD6}">
      <dgm:prSet/>
      <dgm:spPr/>
      <dgm:t>
        <a:bodyPr/>
        <a:lstStyle/>
        <a:p>
          <a:endParaRPr lang="en-US"/>
        </a:p>
      </dgm:t>
    </dgm:pt>
    <dgm:pt modelId="{F87476A5-81B7-4ABB-A20D-BE0FDE7A7731}">
      <dgm:prSet/>
      <dgm:spPr/>
      <dgm:t>
        <a:bodyPr/>
        <a:lstStyle/>
        <a:p>
          <a:pPr>
            <a:lnSpc>
              <a:spcPct val="100000"/>
            </a:lnSpc>
          </a:pPr>
          <a:r>
            <a:rPr lang="he-IL"/>
            <a:t>Time-consuming and error-prone</a:t>
          </a:r>
          <a:endParaRPr lang="en-US"/>
        </a:p>
      </dgm:t>
    </dgm:pt>
    <dgm:pt modelId="{8036DEA6-924D-4179-B80B-C4F7DD5177D0}" type="parTrans" cxnId="{EEC4A488-5454-4D2A-8DA2-60896D13F603}">
      <dgm:prSet/>
      <dgm:spPr/>
      <dgm:t>
        <a:bodyPr/>
        <a:lstStyle/>
        <a:p>
          <a:endParaRPr lang="en-US"/>
        </a:p>
      </dgm:t>
    </dgm:pt>
    <dgm:pt modelId="{EE5978AF-94DD-47F7-B557-CDD66C6A7244}" type="sibTrans" cxnId="{EEC4A488-5454-4D2A-8DA2-60896D13F603}">
      <dgm:prSet/>
      <dgm:spPr/>
      <dgm:t>
        <a:bodyPr/>
        <a:lstStyle/>
        <a:p>
          <a:endParaRPr lang="en-US"/>
        </a:p>
      </dgm:t>
    </dgm:pt>
    <dgm:pt modelId="{7FBD20D7-CEEB-49F0-8FCE-DE31E6FD19D5}" type="pres">
      <dgm:prSet presAssocID="{A37A915C-D7C3-45FC-82EF-147219939DE8}" presName="root" presStyleCnt="0">
        <dgm:presLayoutVars>
          <dgm:dir/>
          <dgm:resizeHandles val="exact"/>
        </dgm:presLayoutVars>
      </dgm:prSet>
      <dgm:spPr/>
    </dgm:pt>
    <dgm:pt modelId="{417E2C20-8633-45CC-B3E1-20DF35F3FFDE}" type="pres">
      <dgm:prSet presAssocID="{BB694583-698C-499C-8249-5273326E728A}" presName="compNode" presStyleCnt="0"/>
      <dgm:spPr/>
    </dgm:pt>
    <dgm:pt modelId="{95D4DD99-57CA-4A45-BB95-366A8ED42F07}" type="pres">
      <dgm:prSet presAssocID="{BB694583-698C-499C-8249-5273326E728A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חשבוניה עם מילוי מלא"/>
        </a:ext>
      </dgm:extLst>
    </dgm:pt>
    <dgm:pt modelId="{CA6F35D2-9171-4E5D-A91E-3C0B1B9CB1E7}" type="pres">
      <dgm:prSet presAssocID="{BB694583-698C-499C-8249-5273326E728A}" presName="spaceRect" presStyleCnt="0"/>
      <dgm:spPr/>
    </dgm:pt>
    <dgm:pt modelId="{88395A31-82D0-4289-8FA9-7B1F9998087E}" type="pres">
      <dgm:prSet presAssocID="{BB694583-698C-499C-8249-5273326E728A}" presName="textRect" presStyleLbl="revTx" presStyleIdx="0" presStyleCnt="3">
        <dgm:presLayoutVars>
          <dgm:chMax val="1"/>
          <dgm:chPref val="1"/>
        </dgm:presLayoutVars>
      </dgm:prSet>
      <dgm:spPr/>
    </dgm:pt>
    <dgm:pt modelId="{D4B39058-C080-439B-98A8-2F92647132F7}" type="pres">
      <dgm:prSet presAssocID="{7E0D3D74-6CEE-486B-B827-888A26A448EE}" presName="sibTrans" presStyleCnt="0"/>
      <dgm:spPr/>
    </dgm:pt>
    <dgm:pt modelId="{E091D8DC-6143-4F98-A054-E2A5BF60A1DC}" type="pres">
      <dgm:prSet presAssocID="{3644D7FE-2A42-42CD-8E8A-474E82D3D362}" presName="compNode" presStyleCnt="0"/>
      <dgm:spPr/>
    </dgm:pt>
    <dgm:pt modelId="{297D0406-3078-4BA0-8D0F-E1F9653D50A1}" type="pres">
      <dgm:prSet presAssocID="{3644D7FE-2A42-42CD-8E8A-474E82D3D362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אזהרה"/>
        </a:ext>
      </dgm:extLst>
    </dgm:pt>
    <dgm:pt modelId="{3EEE5C41-7E68-4153-BBA0-ED7F73BCB02D}" type="pres">
      <dgm:prSet presAssocID="{3644D7FE-2A42-42CD-8E8A-474E82D3D362}" presName="spaceRect" presStyleCnt="0"/>
      <dgm:spPr/>
    </dgm:pt>
    <dgm:pt modelId="{2BD88776-B7F8-4215-A003-C469249C0E22}" type="pres">
      <dgm:prSet presAssocID="{3644D7FE-2A42-42CD-8E8A-474E82D3D362}" presName="textRect" presStyleLbl="revTx" presStyleIdx="1" presStyleCnt="3">
        <dgm:presLayoutVars>
          <dgm:chMax val="1"/>
          <dgm:chPref val="1"/>
        </dgm:presLayoutVars>
      </dgm:prSet>
      <dgm:spPr/>
    </dgm:pt>
    <dgm:pt modelId="{F8F2C05B-CD75-4A23-85AB-76D5A37FA80C}" type="pres">
      <dgm:prSet presAssocID="{C4333FEB-3CA3-4F3F-8F4C-9DB79E90ADB7}" presName="sibTrans" presStyleCnt="0"/>
      <dgm:spPr/>
    </dgm:pt>
    <dgm:pt modelId="{3602CBB6-9DF8-4385-B597-25CFFABBC6C7}" type="pres">
      <dgm:prSet presAssocID="{F87476A5-81B7-4ABB-A20D-BE0FDE7A7731}" presName="compNode" presStyleCnt="0"/>
      <dgm:spPr/>
    </dgm:pt>
    <dgm:pt modelId="{9DDE0214-A6B4-40B3-9A40-E342533B2B56}" type="pres">
      <dgm:prSet presAssocID="{F87476A5-81B7-4ABB-A20D-BE0FDE7A7731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מבוך"/>
        </a:ext>
      </dgm:extLst>
    </dgm:pt>
    <dgm:pt modelId="{7DD9E982-6BCF-46FA-A0C7-42A99430A787}" type="pres">
      <dgm:prSet presAssocID="{F87476A5-81B7-4ABB-A20D-BE0FDE7A7731}" presName="spaceRect" presStyleCnt="0"/>
      <dgm:spPr/>
    </dgm:pt>
    <dgm:pt modelId="{EF37A96E-76A8-4D62-82B9-63E81B101E95}" type="pres">
      <dgm:prSet presAssocID="{F87476A5-81B7-4ABB-A20D-BE0FDE7A7731}" presName="textRect" presStyleLbl="revTx" presStyleIdx="2" presStyleCnt="3">
        <dgm:presLayoutVars>
          <dgm:chMax val="1"/>
          <dgm:chPref val="1"/>
        </dgm:presLayoutVars>
      </dgm:prSet>
      <dgm:spPr/>
    </dgm:pt>
  </dgm:ptLst>
  <dgm:cxnLst>
    <dgm:cxn modelId="{6D605819-5D6C-45B6-8DFC-4F8163D425AF}" type="presOf" srcId="{3644D7FE-2A42-42CD-8E8A-474E82D3D362}" destId="{2BD88776-B7F8-4215-A003-C469249C0E22}" srcOrd="0" destOrd="0" presId="urn:microsoft.com/office/officeart/2018/2/layout/IconLabelList"/>
    <dgm:cxn modelId="{037C4D7B-EC01-4364-9076-A9CBA9AB88DF}" type="presOf" srcId="{F87476A5-81B7-4ABB-A20D-BE0FDE7A7731}" destId="{EF37A96E-76A8-4D62-82B9-63E81B101E95}" srcOrd="0" destOrd="0" presId="urn:microsoft.com/office/officeart/2018/2/layout/IconLabelList"/>
    <dgm:cxn modelId="{1517EE80-31FE-481B-9841-E6431084ABD6}" srcId="{A37A915C-D7C3-45FC-82EF-147219939DE8}" destId="{3644D7FE-2A42-42CD-8E8A-474E82D3D362}" srcOrd="1" destOrd="0" parTransId="{49EEE0DB-D021-4D3C-BBD1-10DAE748CF47}" sibTransId="{C4333FEB-3CA3-4F3F-8F4C-9DB79E90ADB7}"/>
    <dgm:cxn modelId="{EEC4A488-5454-4D2A-8DA2-60896D13F603}" srcId="{A37A915C-D7C3-45FC-82EF-147219939DE8}" destId="{F87476A5-81B7-4ABB-A20D-BE0FDE7A7731}" srcOrd="2" destOrd="0" parTransId="{8036DEA6-924D-4179-B80B-C4F7DD5177D0}" sibTransId="{EE5978AF-94DD-47F7-B557-CDD66C6A7244}"/>
    <dgm:cxn modelId="{9DBEB5DF-A2E2-4CE0-AF73-D72752F77C5B}" srcId="{A37A915C-D7C3-45FC-82EF-147219939DE8}" destId="{BB694583-698C-499C-8249-5273326E728A}" srcOrd="0" destOrd="0" parTransId="{7546450D-9DBA-4B36-8BEE-1CE2183125B1}" sibTransId="{7E0D3D74-6CEE-486B-B827-888A26A448EE}"/>
    <dgm:cxn modelId="{EF7A84E3-5E64-4843-9E3C-B4BA9BF5D2E3}" type="presOf" srcId="{A37A915C-D7C3-45FC-82EF-147219939DE8}" destId="{7FBD20D7-CEEB-49F0-8FCE-DE31E6FD19D5}" srcOrd="0" destOrd="0" presId="urn:microsoft.com/office/officeart/2018/2/layout/IconLabelList"/>
    <dgm:cxn modelId="{3E4ABAEF-890B-419B-A86A-A1AEC45F463E}" type="presOf" srcId="{BB694583-698C-499C-8249-5273326E728A}" destId="{88395A31-82D0-4289-8FA9-7B1F9998087E}" srcOrd="0" destOrd="0" presId="urn:microsoft.com/office/officeart/2018/2/layout/IconLabelList"/>
    <dgm:cxn modelId="{F0199A28-9F97-4864-9617-BB5EB21E5021}" type="presParOf" srcId="{7FBD20D7-CEEB-49F0-8FCE-DE31E6FD19D5}" destId="{417E2C20-8633-45CC-B3E1-20DF35F3FFDE}" srcOrd="0" destOrd="0" presId="urn:microsoft.com/office/officeart/2018/2/layout/IconLabelList"/>
    <dgm:cxn modelId="{10212C1F-2D96-456E-994F-20EC59D17BF7}" type="presParOf" srcId="{417E2C20-8633-45CC-B3E1-20DF35F3FFDE}" destId="{95D4DD99-57CA-4A45-BB95-366A8ED42F07}" srcOrd="0" destOrd="0" presId="urn:microsoft.com/office/officeart/2018/2/layout/IconLabelList"/>
    <dgm:cxn modelId="{210D3584-D7E6-4DA8-8E94-AC1B00CD1C2B}" type="presParOf" srcId="{417E2C20-8633-45CC-B3E1-20DF35F3FFDE}" destId="{CA6F35D2-9171-4E5D-A91E-3C0B1B9CB1E7}" srcOrd="1" destOrd="0" presId="urn:microsoft.com/office/officeart/2018/2/layout/IconLabelList"/>
    <dgm:cxn modelId="{FC1B1BA7-451B-4B94-B318-21A5AAB2AA30}" type="presParOf" srcId="{417E2C20-8633-45CC-B3E1-20DF35F3FFDE}" destId="{88395A31-82D0-4289-8FA9-7B1F9998087E}" srcOrd="2" destOrd="0" presId="urn:microsoft.com/office/officeart/2018/2/layout/IconLabelList"/>
    <dgm:cxn modelId="{928BB8F3-3465-43D4-8725-931E5AB15987}" type="presParOf" srcId="{7FBD20D7-CEEB-49F0-8FCE-DE31E6FD19D5}" destId="{D4B39058-C080-439B-98A8-2F92647132F7}" srcOrd="1" destOrd="0" presId="urn:microsoft.com/office/officeart/2018/2/layout/IconLabelList"/>
    <dgm:cxn modelId="{E558A401-0C51-45C2-9655-29798CF6F894}" type="presParOf" srcId="{7FBD20D7-CEEB-49F0-8FCE-DE31E6FD19D5}" destId="{E091D8DC-6143-4F98-A054-E2A5BF60A1DC}" srcOrd="2" destOrd="0" presId="urn:microsoft.com/office/officeart/2018/2/layout/IconLabelList"/>
    <dgm:cxn modelId="{9A7EA78D-54B2-416E-A062-AE7A802B4CB3}" type="presParOf" srcId="{E091D8DC-6143-4F98-A054-E2A5BF60A1DC}" destId="{297D0406-3078-4BA0-8D0F-E1F9653D50A1}" srcOrd="0" destOrd="0" presId="urn:microsoft.com/office/officeart/2018/2/layout/IconLabelList"/>
    <dgm:cxn modelId="{4E9183C4-1217-4F97-860C-B88785C7362B}" type="presParOf" srcId="{E091D8DC-6143-4F98-A054-E2A5BF60A1DC}" destId="{3EEE5C41-7E68-4153-BBA0-ED7F73BCB02D}" srcOrd="1" destOrd="0" presId="urn:microsoft.com/office/officeart/2018/2/layout/IconLabelList"/>
    <dgm:cxn modelId="{950049E0-AA46-419E-94AA-DABC3684A2B4}" type="presParOf" srcId="{E091D8DC-6143-4F98-A054-E2A5BF60A1DC}" destId="{2BD88776-B7F8-4215-A003-C469249C0E22}" srcOrd="2" destOrd="0" presId="urn:microsoft.com/office/officeart/2018/2/layout/IconLabelList"/>
    <dgm:cxn modelId="{783B8A4D-50F4-412B-9FAD-B6636C4688AA}" type="presParOf" srcId="{7FBD20D7-CEEB-49F0-8FCE-DE31E6FD19D5}" destId="{F8F2C05B-CD75-4A23-85AB-76D5A37FA80C}" srcOrd="3" destOrd="0" presId="urn:microsoft.com/office/officeart/2018/2/layout/IconLabelList"/>
    <dgm:cxn modelId="{5F85870F-9F19-4F66-87CA-90241D0FDF44}" type="presParOf" srcId="{7FBD20D7-CEEB-49F0-8FCE-DE31E6FD19D5}" destId="{3602CBB6-9DF8-4385-B597-25CFFABBC6C7}" srcOrd="4" destOrd="0" presId="urn:microsoft.com/office/officeart/2018/2/layout/IconLabelList"/>
    <dgm:cxn modelId="{A3475851-E526-4B1C-8F70-7064C7AA7BF4}" type="presParOf" srcId="{3602CBB6-9DF8-4385-B597-25CFFABBC6C7}" destId="{9DDE0214-A6B4-40B3-9A40-E342533B2B56}" srcOrd="0" destOrd="0" presId="urn:microsoft.com/office/officeart/2018/2/layout/IconLabelList"/>
    <dgm:cxn modelId="{F8DFDA9E-7F79-4214-BF6C-E105A387535B}" type="presParOf" srcId="{3602CBB6-9DF8-4385-B597-25CFFABBC6C7}" destId="{7DD9E982-6BCF-46FA-A0C7-42A99430A787}" srcOrd="1" destOrd="0" presId="urn:microsoft.com/office/officeart/2018/2/layout/IconLabelList"/>
    <dgm:cxn modelId="{D93D2C8C-AB3D-4ECD-88F6-1F09AFCF51FE}" type="presParOf" srcId="{3602CBB6-9DF8-4385-B597-25CFFABBC6C7}" destId="{EF37A96E-76A8-4D62-82B9-63E81B101E95}" srcOrd="2" destOrd="0" presId="urn:microsoft.com/office/officeart/2018/2/layout/IconLabel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B2EFB747-8DC1-4E55-984F-F419F7451087}" type="doc">
      <dgm:prSet loTypeId="urn:microsoft.com/office/officeart/2005/8/layout/hierarchy3" loCatId="hierarchy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FB4268FC-5C70-42E5-AC33-D8134687BA83}">
      <dgm:prSet/>
      <dgm:spPr/>
      <dgm:t>
        <a:bodyPr/>
        <a:lstStyle/>
        <a:p>
          <a:r>
            <a:rPr lang="en-US"/>
            <a:t>Problem grows</a:t>
          </a:r>
        </a:p>
      </dgm:t>
    </dgm:pt>
    <dgm:pt modelId="{6A420950-54B6-4996-B354-C0ABDE9907E2}" type="parTrans" cxnId="{B30FCD0F-8389-4F26-AFA1-35762B2F2C94}">
      <dgm:prSet/>
      <dgm:spPr/>
      <dgm:t>
        <a:bodyPr/>
        <a:lstStyle/>
        <a:p>
          <a:endParaRPr lang="en-US"/>
        </a:p>
      </dgm:t>
    </dgm:pt>
    <dgm:pt modelId="{C031C51A-EC12-40B2-A9A8-F54FBF1D0CC0}" type="sibTrans" cxnId="{B30FCD0F-8389-4F26-AFA1-35762B2F2C94}">
      <dgm:prSet/>
      <dgm:spPr/>
      <dgm:t>
        <a:bodyPr/>
        <a:lstStyle/>
        <a:p>
          <a:endParaRPr lang="en-US"/>
        </a:p>
      </dgm:t>
    </dgm:pt>
    <dgm:pt modelId="{CE346BBD-27C6-4674-8F60-CDD79F70FED6}">
      <dgm:prSet/>
      <dgm:spPr/>
      <dgm:t>
        <a:bodyPr/>
        <a:lstStyle/>
        <a:p>
          <a:r>
            <a:rPr lang="en-US"/>
            <a:t>Manual scheduling using Excel </a:t>
          </a:r>
        </a:p>
      </dgm:t>
    </dgm:pt>
    <dgm:pt modelId="{721A1103-C6CF-4CE2-BCED-D9EE0164706C}" type="parTrans" cxnId="{838FD1AE-F220-4561-BE46-2C44368FCC59}">
      <dgm:prSet/>
      <dgm:spPr/>
      <dgm:t>
        <a:bodyPr/>
        <a:lstStyle/>
        <a:p>
          <a:endParaRPr lang="en-US"/>
        </a:p>
      </dgm:t>
    </dgm:pt>
    <dgm:pt modelId="{D24F2654-E1C8-4351-9C17-A365F45C66FD}" type="sibTrans" cxnId="{838FD1AE-F220-4561-BE46-2C44368FCC59}">
      <dgm:prSet/>
      <dgm:spPr/>
      <dgm:t>
        <a:bodyPr/>
        <a:lstStyle/>
        <a:p>
          <a:endParaRPr lang="en-US"/>
        </a:p>
      </dgm:t>
    </dgm:pt>
    <dgm:pt modelId="{C7A6A08A-A03E-47AD-84FD-1FCECBDEF9DA}">
      <dgm:prSet/>
      <dgm:spPr/>
      <dgm:t>
        <a:bodyPr/>
        <a:lstStyle/>
        <a:p>
          <a:r>
            <a:rPr lang="en-US"/>
            <a:t>Handle many different constraints</a:t>
          </a:r>
        </a:p>
      </dgm:t>
    </dgm:pt>
    <dgm:pt modelId="{67A86443-8C01-49CC-8259-661FF4F87ED3}" type="parTrans" cxnId="{6FDB938C-C00E-4031-B14E-5C7188ABAD0A}">
      <dgm:prSet/>
      <dgm:spPr/>
      <dgm:t>
        <a:bodyPr/>
        <a:lstStyle/>
        <a:p>
          <a:endParaRPr lang="en-US"/>
        </a:p>
      </dgm:t>
    </dgm:pt>
    <dgm:pt modelId="{1DC2F57B-BC2E-4F5C-829B-EE8BD9C30E8B}" type="sibTrans" cxnId="{6FDB938C-C00E-4031-B14E-5C7188ABAD0A}">
      <dgm:prSet/>
      <dgm:spPr/>
      <dgm:t>
        <a:bodyPr/>
        <a:lstStyle/>
        <a:p>
          <a:endParaRPr lang="en-US"/>
        </a:p>
      </dgm:t>
    </dgm:pt>
    <dgm:pt modelId="{248946DA-51FA-4DF3-9E99-FFC9BDE7A906}" type="pres">
      <dgm:prSet presAssocID="{B2EFB747-8DC1-4E55-984F-F419F7451087}" presName="diagram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E8D1BC24-2BAD-4218-A3CC-7385A2071493}" type="pres">
      <dgm:prSet presAssocID="{FB4268FC-5C70-42E5-AC33-D8134687BA83}" presName="root" presStyleCnt="0"/>
      <dgm:spPr/>
    </dgm:pt>
    <dgm:pt modelId="{35BBA98F-916E-4E2D-B9F2-940DECDA5100}" type="pres">
      <dgm:prSet presAssocID="{FB4268FC-5C70-42E5-AC33-D8134687BA83}" presName="rootComposite" presStyleCnt="0"/>
      <dgm:spPr/>
    </dgm:pt>
    <dgm:pt modelId="{686A66E5-03C9-4D5F-87B8-B856F7697066}" type="pres">
      <dgm:prSet presAssocID="{FB4268FC-5C70-42E5-AC33-D8134687BA83}" presName="rootText" presStyleLbl="node1" presStyleIdx="0" presStyleCnt="3"/>
      <dgm:spPr/>
    </dgm:pt>
    <dgm:pt modelId="{AEBDDE4B-BABD-46D9-8561-D02D628B5426}" type="pres">
      <dgm:prSet presAssocID="{FB4268FC-5C70-42E5-AC33-D8134687BA83}" presName="rootConnector" presStyleLbl="node1" presStyleIdx="0" presStyleCnt="3"/>
      <dgm:spPr/>
    </dgm:pt>
    <dgm:pt modelId="{CBCC1A6D-9B33-4343-A542-ADE6F26018C0}" type="pres">
      <dgm:prSet presAssocID="{FB4268FC-5C70-42E5-AC33-D8134687BA83}" presName="childShape" presStyleCnt="0"/>
      <dgm:spPr/>
    </dgm:pt>
    <dgm:pt modelId="{C3E2094A-A6C3-42A5-A7BD-D4F85F598CCC}" type="pres">
      <dgm:prSet presAssocID="{CE346BBD-27C6-4674-8F60-CDD79F70FED6}" presName="root" presStyleCnt="0"/>
      <dgm:spPr/>
    </dgm:pt>
    <dgm:pt modelId="{2C77E69F-B75B-4E59-9F72-FCA4A2E7B99D}" type="pres">
      <dgm:prSet presAssocID="{CE346BBD-27C6-4674-8F60-CDD79F70FED6}" presName="rootComposite" presStyleCnt="0"/>
      <dgm:spPr/>
    </dgm:pt>
    <dgm:pt modelId="{C195018B-2395-4246-93B0-31C02EB0BD9A}" type="pres">
      <dgm:prSet presAssocID="{CE346BBD-27C6-4674-8F60-CDD79F70FED6}" presName="rootText" presStyleLbl="node1" presStyleIdx="1" presStyleCnt="3"/>
      <dgm:spPr/>
    </dgm:pt>
    <dgm:pt modelId="{CBBA416E-8053-49B1-B45F-E06A11C070F0}" type="pres">
      <dgm:prSet presAssocID="{CE346BBD-27C6-4674-8F60-CDD79F70FED6}" presName="rootConnector" presStyleLbl="node1" presStyleIdx="1" presStyleCnt="3"/>
      <dgm:spPr/>
    </dgm:pt>
    <dgm:pt modelId="{D435F864-0F9B-44F2-BC47-4CB9317E4C2E}" type="pres">
      <dgm:prSet presAssocID="{CE346BBD-27C6-4674-8F60-CDD79F70FED6}" presName="childShape" presStyleCnt="0"/>
      <dgm:spPr/>
    </dgm:pt>
    <dgm:pt modelId="{A8F0AD06-BB56-4BFC-B519-B6272C0D35D3}" type="pres">
      <dgm:prSet presAssocID="{C7A6A08A-A03E-47AD-84FD-1FCECBDEF9DA}" presName="root" presStyleCnt="0"/>
      <dgm:spPr/>
    </dgm:pt>
    <dgm:pt modelId="{89268BAE-B9EB-4B7C-8872-A1541857B4F6}" type="pres">
      <dgm:prSet presAssocID="{C7A6A08A-A03E-47AD-84FD-1FCECBDEF9DA}" presName="rootComposite" presStyleCnt="0"/>
      <dgm:spPr/>
    </dgm:pt>
    <dgm:pt modelId="{36D8FF47-71C4-4DD9-BC8B-E48FAB6F4EFF}" type="pres">
      <dgm:prSet presAssocID="{C7A6A08A-A03E-47AD-84FD-1FCECBDEF9DA}" presName="rootText" presStyleLbl="node1" presStyleIdx="2" presStyleCnt="3"/>
      <dgm:spPr/>
    </dgm:pt>
    <dgm:pt modelId="{9A5A4D75-99C7-44E0-B614-A92185C1E090}" type="pres">
      <dgm:prSet presAssocID="{C7A6A08A-A03E-47AD-84FD-1FCECBDEF9DA}" presName="rootConnector" presStyleLbl="node1" presStyleIdx="2" presStyleCnt="3"/>
      <dgm:spPr/>
    </dgm:pt>
    <dgm:pt modelId="{3CED6B47-3C9C-4F85-A15F-CD09C252F8CC}" type="pres">
      <dgm:prSet presAssocID="{C7A6A08A-A03E-47AD-84FD-1FCECBDEF9DA}" presName="childShape" presStyleCnt="0"/>
      <dgm:spPr/>
    </dgm:pt>
  </dgm:ptLst>
  <dgm:cxnLst>
    <dgm:cxn modelId="{B30FCD0F-8389-4F26-AFA1-35762B2F2C94}" srcId="{B2EFB747-8DC1-4E55-984F-F419F7451087}" destId="{FB4268FC-5C70-42E5-AC33-D8134687BA83}" srcOrd="0" destOrd="0" parTransId="{6A420950-54B6-4996-B354-C0ABDE9907E2}" sibTransId="{C031C51A-EC12-40B2-A9A8-F54FBF1D0CC0}"/>
    <dgm:cxn modelId="{3A46212F-D704-4594-B7D2-F25D59F80CFE}" type="presOf" srcId="{CE346BBD-27C6-4674-8F60-CDD79F70FED6}" destId="{C195018B-2395-4246-93B0-31C02EB0BD9A}" srcOrd="0" destOrd="0" presId="urn:microsoft.com/office/officeart/2005/8/layout/hierarchy3"/>
    <dgm:cxn modelId="{38D54649-EEA0-4C00-81E9-FCBEC16D9253}" type="presOf" srcId="{B2EFB747-8DC1-4E55-984F-F419F7451087}" destId="{248946DA-51FA-4DF3-9E99-FFC9BDE7A906}" srcOrd="0" destOrd="0" presId="urn:microsoft.com/office/officeart/2005/8/layout/hierarchy3"/>
    <dgm:cxn modelId="{684B0973-BA4A-478A-BB71-79940595EC51}" type="presOf" srcId="{CE346BBD-27C6-4674-8F60-CDD79F70FED6}" destId="{CBBA416E-8053-49B1-B45F-E06A11C070F0}" srcOrd="1" destOrd="0" presId="urn:microsoft.com/office/officeart/2005/8/layout/hierarchy3"/>
    <dgm:cxn modelId="{86FC1284-C60E-424D-B50A-7A948D9BD773}" type="presOf" srcId="{C7A6A08A-A03E-47AD-84FD-1FCECBDEF9DA}" destId="{36D8FF47-71C4-4DD9-BC8B-E48FAB6F4EFF}" srcOrd="0" destOrd="0" presId="urn:microsoft.com/office/officeart/2005/8/layout/hierarchy3"/>
    <dgm:cxn modelId="{6FDB938C-C00E-4031-B14E-5C7188ABAD0A}" srcId="{B2EFB747-8DC1-4E55-984F-F419F7451087}" destId="{C7A6A08A-A03E-47AD-84FD-1FCECBDEF9DA}" srcOrd="2" destOrd="0" parTransId="{67A86443-8C01-49CC-8259-661FF4F87ED3}" sibTransId="{1DC2F57B-BC2E-4F5C-829B-EE8BD9C30E8B}"/>
    <dgm:cxn modelId="{838FD1AE-F220-4561-BE46-2C44368FCC59}" srcId="{B2EFB747-8DC1-4E55-984F-F419F7451087}" destId="{CE346BBD-27C6-4674-8F60-CDD79F70FED6}" srcOrd="1" destOrd="0" parTransId="{721A1103-C6CF-4CE2-BCED-D9EE0164706C}" sibTransId="{D24F2654-E1C8-4351-9C17-A365F45C66FD}"/>
    <dgm:cxn modelId="{EA42A3B1-F06D-4A26-9699-9788FA76B103}" type="presOf" srcId="{FB4268FC-5C70-42E5-AC33-D8134687BA83}" destId="{686A66E5-03C9-4D5F-87B8-B856F7697066}" srcOrd="0" destOrd="0" presId="urn:microsoft.com/office/officeart/2005/8/layout/hierarchy3"/>
    <dgm:cxn modelId="{29271ACB-7AAF-47F5-8537-BF49FBC7B68A}" type="presOf" srcId="{C7A6A08A-A03E-47AD-84FD-1FCECBDEF9DA}" destId="{9A5A4D75-99C7-44E0-B614-A92185C1E090}" srcOrd="1" destOrd="0" presId="urn:microsoft.com/office/officeart/2005/8/layout/hierarchy3"/>
    <dgm:cxn modelId="{E5A80FE7-4F42-42CB-A1D9-32BF635C855B}" type="presOf" srcId="{FB4268FC-5C70-42E5-AC33-D8134687BA83}" destId="{AEBDDE4B-BABD-46D9-8561-D02D628B5426}" srcOrd="1" destOrd="0" presId="urn:microsoft.com/office/officeart/2005/8/layout/hierarchy3"/>
    <dgm:cxn modelId="{A18C6F27-385E-44AD-8E6B-6B95066AEADC}" type="presParOf" srcId="{248946DA-51FA-4DF3-9E99-FFC9BDE7A906}" destId="{E8D1BC24-2BAD-4218-A3CC-7385A2071493}" srcOrd="0" destOrd="0" presId="urn:microsoft.com/office/officeart/2005/8/layout/hierarchy3"/>
    <dgm:cxn modelId="{54348C8A-1C59-422B-8AB2-98BB78D0250E}" type="presParOf" srcId="{E8D1BC24-2BAD-4218-A3CC-7385A2071493}" destId="{35BBA98F-916E-4E2D-B9F2-940DECDA5100}" srcOrd="0" destOrd="0" presId="urn:microsoft.com/office/officeart/2005/8/layout/hierarchy3"/>
    <dgm:cxn modelId="{F4A6A702-1CB9-4766-93E5-4D12C7A3D67E}" type="presParOf" srcId="{35BBA98F-916E-4E2D-B9F2-940DECDA5100}" destId="{686A66E5-03C9-4D5F-87B8-B856F7697066}" srcOrd="0" destOrd="0" presId="urn:microsoft.com/office/officeart/2005/8/layout/hierarchy3"/>
    <dgm:cxn modelId="{59FF4355-ABA8-45B7-BFDC-0B5E841A9B9E}" type="presParOf" srcId="{35BBA98F-916E-4E2D-B9F2-940DECDA5100}" destId="{AEBDDE4B-BABD-46D9-8561-D02D628B5426}" srcOrd="1" destOrd="0" presId="urn:microsoft.com/office/officeart/2005/8/layout/hierarchy3"/>
    <dgm:cxn modelId="{4F4ED226-6403-4C2B-B702-3D6FFA453CB7}" type="presParOf" srcId="{E8D1BC24-2BAD-4218-A3CC-7385A2071493}" destId="{CBCC1A6D-9B33-4343-A542-ADE6F26018C0}" srcOrd="1" destOrd="0" presId="urn:microsoft.com/office/officeart/2005/8/layout/hierarchy3"/>
    <dgm:cxn modelId="{3DE2F6A5-31ED-46CA-BF3E-F885137D73CB}" type="presParOf" srcId="{248946DA-51FA-4DF3-9E99-FFC9BDE7A906}" destId="{C3E2094A-A6C3-42A5-A7BD-D4F85F598CCC}" srcOrd="1" destOrd="0" presId="urn:microsoft.com/office/officeart/2005/8/layout/hierarchy3"/>
    <dgm:cxn modelId="{BCF1C6E3-3189-4784-BDBC-595FEF69EB7C}" type="presParOf" srcId="{C3E2094A-A6C3-42A5-A7BD-D4F85F598CCC}" destId="{2C77E69F-B75B-4E59-9F72-FCA4A2E7B99D}" srcOrd="0" destOrd="0" presId="urn:microsoft.com/office/officeart/2005/8/layout/hierarchy3"/>
    <dgm:cxn modelId="{83E99186-264D-4B87-83F5-21054D8A3935}" type="presParOf" srcId="{2C77E69F-B75B-4E59-9F72-FCA4A2E7B99D}" destId="{C195018B-2395-4246-93B0-31C02EB0BD9A}" srcOrd="0" destOrd="0" presId="urn:microsoft.com/office/officeart/2005/8/layout/hierarchy3"/>
    <dgm:cxn modelId="{B9A16690-32CD-4FFD-81FA-B0D39A0D2E0E}" type="presParOf" srcId="{2C77E69F-B75B-4E59-9F72-FCA4A2E7B99D}" destId="{CBBA416E-8053-49B1-B45F-E06A11C070F0}" srcOrd="1" destOrd="0" presId="urn:microsoft.com/office/officeart/2005/8/layout/hierarchy3"/>
    <dgm:cxn modelId="{FC821EF1-CF57-4458-B376-031FF6746A82}" type="presParOf" srcId="{C3E2094A-A6C3-42A5-A7BD-D4F85F598CCC}" destId="{D435F864-0F9B-44F2-BC47-4CB9317E4C2E}" srcOrd="1" destOrd="0" presId="urn:microsoft.com/office/officeart/2005/8/layout/hierarchy3"/>
    <dgm:cxn modelId="{F74F8A13-D11D-42CB-BA26-E7755EAEAC02}" type="presParOf" srcId="{248946DA-51FA-4DF3-9E99-FFC9BDE7A906}" destId="{A8F0AD06-BB56-4BFC-B519-B6272C0D35D3}" srcOrd="2" destOrd="0" presId="urn:microsoft.com/office/officeart/2005/8/layout/hierarchy3"/>
    <dgm:cxn modelId="{F6FBBF31-7980-44AE-A7B3-CEB671E1436B}" type="presParOf" srcId="{A8F0AD06-BB56-4BFC-B519-B6272C0D35D3}" destId="{89268BAE-B9EB-4B7C-8872-A1541857B4F6}" srcOrd="0" destOrd="0" presId="urn:microsoft.com/office/officeart/2005/8/layout/hierarchy3"/>
    <dgm:cxn modelId="{26F62157-2608-4EAE-B2EC-5D4CDFC1F7C6}" type="presParOf" srcId="{89268BAE-B9EB-4B7C-8872-A1541857B4F6}" destId="{36D8FF47-71C4-4DD9-BC8B-E48FAB6F4EFF}" srcOrd="0" destOrd="0" presId="urn:microsoft.com/office/officeart/2005/8/layout/hierarchy3"/>
    <dgm:cxn modelId="{7F0E3F30-C144-4CF7-8E6D-670CEA2478D9}" type="presParOf" srcId="{89268BAE-B9EB-4B7C-8872-A1541857B4F6}" destId="{9A5A4D75-99C7-44E0-B614-A92185C1E090}" srcOrd="1" destOrd="0" presId="urn:microsoft.com/office/officeart/2005/8/layout/hierarchy3"/>
    <dgm:cxn modelId="{94BF041A-784B-42C6-A312-B1366DFA7529}" type="presParOf" srcId="{A8F0AD06-BB56-4BFC-B519-B6272C0D35D3}" destId="{3CED6B47-3C9C-4F85-A15F-CD09C252F8CC}" srcOrd="1" destOrd="0" presId="urn:microsoft.com/office/officeart/2005/8/layout/hierarchy3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68B1E672-B1AC-4E74-B8BF-A9076ACC02E7}" type="doc">
      <dgm:prSet loTypeId="urn:microsoft.com/office/officeart/2018/2/layout/IconLabel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1F95DA8A-FA5E-4DB1-B4A1-A0C56653C20D}">
      <dgm:prSet/>
      <dgm:spPr/>
      <dgm:t>
        <a:bodyPr/>
        <a:lstStyle/>
        <a:p>
          <a:pPr>
            <a:lnSpc>
              <a:spcPct val="100000"/>
            </a:lnSpc>
          </a:pPr>
          <a:r>
            <a:rPr lang="he-IL"/>
            <a:t>Manual tools</a:t>
          </a:r>
          <a:endParaRPr lang="en-US"/>
        </a:p>
      </dgm:t>
    </dgm:pt>
    <dgm:pt modelId="{3930C130-0E71-49C8-BBA8-B9FADC2BEA11}" type="parTrans" cxnId="{B7EF30A0-E03F-45A3-ADBE-9220CB0B4398}">
      <dgm:prSet/>
      <dgm:spPr/>
      <dgm:t>
        <a:bodyPr/>
        <a:lstStyle/>
        <a:p>
          <a:endParaRPr lang="en-US"/>
        </a:p>
      </dgm:t>
    </dgm:pt>
    <dgm:pt modelId="{E0EB8D5C-B334-4933-8D62-42456137294D}" type="sibTrans" cxnId="{B7EF30A0-E03F-45A3-ADBE-9220CB0B4398}">
      <dgm:prSet/>
      <dgm:spPr/>
      <dgm:t>
        <a:bodyPr/>
        <a:lstStyle/>
        <a:p>
          <a:endParaRPr lang="en-US"/>
        </a:p>
      </dgm:t>
    </dgm:pt>
    <dgm:pt modelId="{23D761AA-10BF-44B1-8F1A-724A0A8BDCE6}">
      <dgm:prSet/>
      <dgm:spPr/>
      <dgm:t>
        <a:bodyPr/>
        <a:lstStyle/>
        <a:p>
          <a:pPr>
            <a:lnSpc>
              <a:spcPct val="100000"/>
            </a:lnSpc>
          </a:pPr>
          <a:r>
            <a:rPr lang="he-IL"/>
            <a:t>Simple rule-based systems</a:t>
          </a:r>
          <a:endParaRPr lang="en-US"/>
        </a:p>
      </dgm:t>
    </dgm:pt>
    <dgm:pt modelId="{7CC13F4B-3474-434C-B6DE-3B2B4E533646}" type="parTrans" cxnId="{04CD0901-B83D-436F-8174-A6FB589ECD6E}">
      <dgm:prSet/>
      <dgm:spPr/>
      <dgm:t>
        <a:bodyPr/>
        <a:lstStyle/>
        <a:p>
          <a:endParaRPr lang="en-US"/>
        </a:p>
      </dgm:t>
    </dgm:pt>
    <dgm:pt modelId="{D3467801-F309-4416-B461-7CC81982D4E8}" type="sibTrans" cxnId="{04CD0901-B83D-436F-8174-A6FB589ECD6E}">
      <dgm:prSet/>
      <dgm:spPr/>
      <dgm:t>
        <a:bodyPr/>
        <a:lstStyle/>
        <a:p>
          <a:endParaRPr lang="en-US"/>
        </a:p>
      </dgm:t>
    </dgm:pt>
    <dgm:pt modelId="{5CEBC55D-EE91-4A21-AC89-2D5434443BB4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Algorithms </a:t>
          </a:r>
        </a:p>
      </dgm:t>
    </dgm:pt>
    <dgm:pt modelId="{9BDF43E6-1F99-44F9-9746-F8C8A62E2F5E}" type="parTrans" cxnId="{83D4D7EB-D446-4DAB-B3CB-87216BBCB47A}">
      <dgm:prSet/>
      <dgm:spPr/>
      <dgm:t>
        <a:bodyPr/>
        <a:lstStyle/>
        <a:p>
          <a:endParaRPr lang="en-US"/>
        </a:p>
      </dgm:t>
    </dgm:pt>
    <dgm:pt modelId="{1A4BFF90-5F42-43C7-9298-4EB6EE1C0B3C}" type="sibTrans" cxnId="{83D4D7EB-D446-4DAB-B3CB-87216BBCB47A}">
      <dgm:prSet/>
      <dgm:spPr/>
      <dgm:t>
        <a:bodyPr/>
        <a:lstStyle/>
        <a:p>
          <a:endParaRPr lang="en-US"/>
        </a:p>
      </dgm:t>
    </dgm:pt>
    <dgm:pt modelId="{BD5A1D39-9642-43B9-A2C1-6AC6836D3531}" type="pres">
      <dgm:prSet presAssocID="{68B1E672-B1AC-4E74-B8BF-A9076ACC02E7}" presName="root" presStyleCnt="0">
        <dgm:presLayoutVars>
          <dgm:dir/>
          <dgm:resizeHandles val="exact"/>
        </dgm:presLayoutVars>
      </dgm:prSet>
      <dgm:spPr/>
    </dgm:pt>
    <dgm:pt modelId="{3DB65FFF-F36E-4A9D-8DFC-EBB7867B539E}" type="pres">
      <dgm:prSet presAssocID="{1F95DA8A-FA5E-4DB1-B4A1-A0C56653C20D}" presName="compNode" presStyleCnt="0"/>
      <dgm:spPr/>
    </dgm:pt>
    <dgm:pt modelId="{498F9B63-90F2-471A-AEC5-4E6A012CD315}" type="pres">
      <dgm:prSet presAssocID="{1F95DA8A-FA5E-4DB1-B4A1-A0C56653C20D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כלים"/>
        </a:ext>
      </dgm:extLst>
    </dgm:pt>
    <dgm:pt modelId="{37EEC4EC-D233-46AE-88E8-6B1AD10C943F}" type="pres">
      <dgm:prSet presAssocID="{1F95DA8A-FA5E-4DB1-B4A1-A0C56653C20D}" presName="spaceRect" presStyleCnt="0"/>
      <dgm:spPr/>
    </dgm:pt>
    <dgm:pt modelId="{A564F362-9E97-4B60-B832-27A70126D324}" type="pres">
      <dgm:prSet presAssocID="{1F95DA8A-FA5E-4DB1-B4A1-A0C56653C20D}" presName="textRect" presStyleLbl="revTx" presStyleIdx="0" presStyleCnt="3">
        <dgm:presLayoutVars>
          <dgm:chMax val="1"/>
          <dgm:chPref val="1"/>
        </dgm:presLayoutVars>
      </dgm:prSet>
      <dgm:spPr/>
    </dgm:pt>
    <dgm:pt modelId="{3E52298E-48C8-44A4-9345-F3B81B07B0B3}" type="pres">
      <dgm:prSet presAssocID="{E0EB8D5C-B334-4933-8D62-42456137294D}" presName="sibTrans" presStyleCnt="0"/>
      <dgm:spPr/>
    </dgm:pt>
    <dgm:pt modelId="{64D13650-3856-4685-949F-E3733E2A8A08}" type="pres">
      <dgm:prSet presAssocID="{23D761AA-10BF-44B1-8F1A-724A0A8BDCE6}" presName="compNode" presStyleCnt="0"/>
      <dgm:spPr/>
    </dgm:pt>
    <dgm:pt modelId="{260550CA-3CF7-4841-8F50-248FE9CD9E28}" type="pres">
      <dgm:prSet presAssocID="{23D761AA-10BF-44B1-8F1A-724A0A8BDCE6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שולחן"/>
        </a:ext>
      </dgm:extLst>
    </dgm:pt>
    <dgm:pt modelId="{09F122CB-A33E-4CAD-8C49-186D835027DD}" type="pres">
      <dgm:prSet presAssocID="{23D761AA-10BF-44B1-8F1A-724A0A8BDCE6}" presName="spaceRect" presStyleCnt="0"/>
      <dgm:spPr/>
    </dgm:pt>
    <dgm:pt modelId="{D08B04AB-D5E8-4FC1-AE8C-9148D6EF6DFC}" type="pres">
      <dgm:prSet presAssocID="{23D761AA-10BF-44B1-8F1A-724A0A8BDCE6}" presName="textRect" presStyleLbl="revTx" presStyleIdx="1" presStyleCnt="3">
        <dgm:presLayoutVars>
          <dgm:chMax val="1"/>
          <dgm:chPref val="1"/>
        </dgm:presLayoutVars>
      </dgm:prSet>
      <dgm:spPr/>
    </dgm:pt>
    <dgm:pt modelId="{1238B70D-FACB-4F80-B281-C8251C06563A}" type="pres">
      <dgm:prSet presAssocID="{D3467801-F309-4416-B461-7CC81982D4E8}" presName="sibTrans" presStyleCnt="0"/>
      <dgm:spPr/>
    </dgm:pt>
    <dgm:pt modelId="{BB7EF802-42D7-4065-B483-3E320A2A58C7}" type="pres">
      <dgm:prSet presAssocID="{5CEBC55D-EE91-4A21-AC89-2D5434443BB4}" presName="compNode" presStyleCnt="0"/>
      <dgm:spPr/>
    </dgm:pt>
    <dgm:pt modelId="{472DA527-01E8-4DF5-98FE-7621B44432AF}" type="pres">
      <dgm:prSet presAssocID="{5CEBC55D-EE91-4A21-AC89-2D5434443BB4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רובוט"/>
        </a:ext>
      </dgm:extLst>
    </dgm:pt>
    <dgm:pt modelId="{9A6A7F3B-9746-4A33-B380-942EAD40637D}" type="pres">
      <dgm:prSet presAssocID="{5CEBC55D-EE91-4A21-AC89-2D5434443BB4}" presName="spaceRect" presStyleCnt="0"/>
      <dgm:spPr/>
    </dgm:pt>
    <dgm:pt modelId="{4289A4DF-0465-435C-B06F-42C90834416D}" type="pres">
      <dgm:prSet presAssocID="{5CEBC55D-EE91-4A21-AC89-2D5434443BB4}" presName="textRect" presStyleLbl="revTx" presStyleIdx="2" presStyleCnt="3">
        <dgm:presLayoutVars>
          <dgm:chMax val="1"/>
          <dgm:chPref val="1"/>
        </dgm:presLayoutVars>
      </dgm:prSet>
      <dgm:spPr/>
    </dgm:pt>
  </dgm:ptLst>
  <dgm:cxnLst>
    <dgm:cxn modelId="{04CD0901-B83D-436F-8174-A6FB589ECD6E}" srcId="{68B1E672-B1AC-4E74-B8BF-A9076ACC02E7}" destId="{23D761AA-10BF-44B1-8F1A-724A0A8BDCE6}" srcOrd="1" destOrd="0" parTransId="{7CC13F4B-3474-434C-B6DE-3B2B4E533646}" sibTransId="{D3467801-F309-4416-B461-7CC81982D4E8}"/>
    <dgm:cxn modelId="{402D890E-B5C2-417F-B07E-092E847B0E69}" type="presOf" srcId="{5CEBC55D-EE91-4A21-AC89-2D5434443BB4}" destId="{4289A4DF-0465-435C-B06F-42C90834416D}" srcOrd="0" destOrd="0" presId="urn:microsoft.com/office/officeart/2018/2/layout/IconLabelList"/>
    <dgm:cxn modelId="{61661922-9C12-4828-A1BB-79D5B11FFA6C}" type="presOf" srcId="{1F95DA8A-FA5E-4DB1-B4A1-A0C56653C20D}" destId="{A564F362-9E97-4B60-B832-27A70126D324}" srcOrd="0" destOrd="0" presId="urn:microsoft.com/office/officeart/2018/2/layout/IconLabelList"/>
    <dgm:cxn modelId="{5AF3C466-C103-4AB3-9AA9-F5859784FE5E}" type="presOf" srcId="{68B1E672-B1AC-4E74-B8BF-A9076ACC02E7}" destId="{BD5A1D39-9642-43B9-A2C1-6AC6836D3531}" srcOrd="0" destOrd="0" presId="urn:microsoft.com/office/officeart/2018/2/layout/IconLabelList"/>
    <dgm:cxn modelId="{B7EF30A0-E03F-45A3-ADBE-9220CB0B4398}" srcId="{68B1E672-B1AC-4E74-B8BF-A9076ACC02E7}" destId="{1F95DA8A-FA5E-4DB1-B4A1-A0C56653C20D}" srcOrd="0" destOrd="0" parTransId="{3930C130-0E71-49C8-BBA8-B9FADC2BEA11}" sibTransId="{E0EB8D5C-B334-4933-8D62-42456137294D}"/>
    <dgm:cxn modelId="{83D4D7EB-D446-4DAB-B3CB-87216BBCB47A}" srcId="{68B1E672-B1AC-4E74-B8BF-A9076ACC02E7}" destId="{5CEBC55D-EE91-4A21-AC89-2D5434443BB4}" srcOrd="2" destOrd="0" parTransId="{9BDF43E6-1F99-44F9-9746-F8C8A62E2F5E}" sibTransId="{1A4BFF90-5F42-43C7-9298-4EB6EE1C0B3C}"/>
    <dgm:cxn modelId="{2D50FBED-03E6-40A1-8F62-D6AAA61745E8}" type="presOf" srcId="{23D761AA-10BF-44B1-8F1A-724A0A8BDCE6}" destId="{D08B04AB-D5E8-4FC1-AE8C-9148D6EF6DFC}" srcOrd="0" destOrd="0" presId="urn:microsoft.com/office/officeart/2018/2/layout/IconLabelList"/>
    <dgm:cxn modelId="{B4BA9F25-E532-4066-A66B-805CB88129CC}" type="presParOf" srcId="{BD5A1D39-9642-43B9-A2C1-6AC6836D3531}" destId="{3DB65FFF-F36E-4A9D-8DFC-EBB7867B539E}" srcOrd="0" destOrd="0" presId="urn:microsoft.com/office/officeart/2018/2/layout/IconLabelList"/>
    <dgm:cxn modelId="{81F7B628-1030-44B0-BF4F-EF36C067A7FD}" type="presParOf" srcId="{3DB65FFF-F36E-4A9D-8DFC-EBB7867B539E}" destId="{498F9B63-90F2-471A-AEC5-4E6A012CD315}" srcOrd="0" destOrd="0" presId="urn:microsoft.com/office/officeart/2018/2/layout/IconLabelList"/>
    <dgm:cxn modelId="{43C7B3FC-C8F9-4493-B9A4-A13CBFAA6F4C}" type="presParOf" srcId="{3DB65FFF-F36E-4A9D-8DFC-EBB7867B539E}" destId="{37EEC4EC-D233-46AE-88E8-6B1AD10C943F}" srcOrd="1" destOrd="0" presId="urn:microsoft.com/office/officeart/2018/2/layout/IconLabelList"/>
    <dgm:cxn modelId="{8D0148E3-F0D6-4416-9417-DBD4672CDB4E}" type="presParOf" srcId="{3DB65FFF-F36E-4A9D-8DFC-EBB7867B539E}" destId="{A564F362-9E97-4B60-B832-27A70126D324}" srcOrd="2" destOrd="0" presId="urn:microsoft.com/office/officeart/2018/2/layout/IconLabelList"/>
    <dgm:cxn modelId="{C8DDCE32-2D64-4EB9-8BDB-6A8C5ABE73B9}" type="presParOf" srcId="{BD5A1D39-9642-43B9-A2C1-6AC6836D3531}" destId="{3E52298E-48C8-44A4-9345-F3B81B07B0B3}" srcOrd="1" destOrd="0" presId="urn:microsoft.com/office/officeart/2018/2/layout/IconLabelList"/>
    <dgm:cxn modelId="{7B0238FA-70DD-473A-8B25-9E43C6A814DB}" type="presParOf" srcId="{BD5A1D39-9642-43B9-A2C1-6AC6836D3531}" destId="{64D13650-3856-4685-949F-E3733E2A8A08}" srcOrd="2" destOrd="0" presId="urn:microsoft.com/office/officeart/2018/2/layout/IconLabelList"/>
    <dgm:cxn modelId="{785B1F21-D0EE-46CA-988E-6A35203E84AE}" type="presParOf" srcId="{64D13650-3856-4685-949F-E3733E2A8A08}" destId="{260550CA-3CF7-4841-8F50-248FE9CD9E28}" srcOrd="0" destOrd="0" presId="urn:microsoft.com/office/officeart/2018/2/layout/IconLabelList"/>
    <dgm:cxn modelId="{08EB93F5-B4B5-416C-B635-C2F6EC56A64A}" type="presParOf" srcId="{64D13650-3856-4685-949F-E3733E2A8A08}" destId="{09F122CB-A33E-4CAD-8C49-186D835027DD}" srcOrd="1" destOrd="0" presId="urn:microsoft.com/office/officeart/2018/2/layout/IconLabelList"/>
    <dgm:cxn modelId="{2F9DB0FC-64D8-4C52-9B67-B4F7B367BFFD}" type="presParOf" srcId="{64D13650-3856-4685-949F-E3733E2A8A08}" destId="{D08B04AB-D5E8-4FC1-AE8C-9148D6EF6DFC}" srcOrd="2" destOrd="0" presId="urn:microsoft.com/office/officeart/2018/2/layout/IconLabelList"/>
    <dgm:cxn modelId="{87E176D5-3AC8-40BA-9D97-0F63BCA56B47}" type="presParOf" srcId="{BD5A1D39-9642-43B9-A2C1-6AC6836D3531}" destId="{1238B70D-FACB-4F80-B281-C8251C06563A}" srcOrd="3" destOrd="0" presId="urn:microsoft.com/office/officeart/2018/2/layout/IconLabelList"/>
    <dgm:cxn modelId="{B0D8229F-1194-44FE-A76B-AD32529AA1E6}" type="presParOf" srcId="{BD5A1D39-9642-43B9-A2C1-6AC6836D3531}" destId="{BB7EF802-42D7-4065-B483-3E320A2A58C7}" srcOrd="4" destOrd="0" presId="urn:microsoft.com/office/officeart/2018/2/layout/IconLabelList"/>
    <dgm:cxn modelId="{82FBBEF8-1826-4D9A-8037-072EE2AD109F}" type="presParOf" srcId="{BB7EF802-42D7-4065-B483-3E320A2A58C7}" destId="{472DA527-01E8-4DF5-98FE-7621B44432AF}" srcOrd="0" destOrd="0" presId="urn:microsoft.com/office/officeart/2018/2/layout/IconLabelList"/>
    <dgm:cxn modelId="{5062B124-B8BB-4D68-9E06-9D6E278CC26E}" type="presParOf" srcId="{BB7EF802-42D7-4065-B483-3E320A2A58C7}" destId="{9A6A7F3B-9746-4A33-B380-942EAD40637D}" srcOrd="1" destOrd="0" presId="urn:microsoft.com/office/officeart/2018/2/layout/IconLabelList"/>
    <dgm:cxn modelId="{F9C0E242-AEB5-4626-928B-9B2F9834CDCA}" type="presParOf" srcId="{BB7EF802-42D7-4065-B483-3E320A2A58C7}" destId="{4289A4DF-0465-435C-B06F-42C90834416D}" srcOrd="2" destOrd="0" presId="urn:microsoft.com/office/officeart/2018/2/layout/IconLabel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72D5F062-3432-4B80-953C-B29A6EE9EA5F}" type="doc">
      <dgm:prSet loTypeId="urn:microsoft.com/office/officeart/2018/2/layout/IconLabelList" loCatId="icon" qsTypeId="urn:microsoft.com/office/officeart/2005/8/quickstyle/simple1" qsCatId="simple" csTypeId="urn:microsoft.com/office/officeart/2018/5/colors/Iconchunking_neutralbg_accent4_2" csCatId="accent4" phldr="1"/>
      <dgm:spPr/>
      <dgm:t>
        <a:bodyPr/>
        <a:lstStyle/>
        <a:p>
          <a:endParaRPr lang="en-US"/>
        </a:p>
      </dgm:t>
    </dgm:pt>
    <dgm:pt modelId="{57D77098-48AE-4282-88D1-AC2E1ABC5724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Full system</a:t>
          </a:r>
        </a:p>
      </dgm:t>
    </dgm:pt>
    <dgm:pt modelId="{F88CB410-1360-45B4-9627-2E1C6BB72F04}" type="parTrans" cxnId="{8AB290DE-2972-4BBE-9843-0F5E89EAFC9F}">
      <dgm:prSet/>
      <dgm:spPr/>
      <dgm:t>
        <a:bodyPr/>
        <a:lstStyle/>
        <a:p>
          <a:endParaRPr lang="en-US"/>
        </a:p>
      </dgm:t>
    </dgm:pt>
    <dgm:pt modelId="{034FF8D7-5783-4590-A05A-164CCF16075A}" type="sibTrans" cxnId="{8AB290DE-2972-4BBE-9843-0F5E89EAFC9F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C7E0B4F0-56D5-49C7-BCFE-43F0E0467D44}">
      <dgm:prSet/>
      <dgm:spPr/>
      <dgm:t>
        <a:bodyPr/>
        <a:lstStyle/>
        <a:p>
          <a:pPr>
            <a:lnSpc>
              <a:spcPct val="100000"/>
            </a:lnSpc>
          </a:pPr>
          <a:r>
            <a:rPr lang="he-IL" err="1"/>
            <a:t>Minimize</a:t>
          </a:r>
          <a:r>
            <a:rPr lang="he-IL"/>
            <a:t> </a:t>
          </a:r>
          <a:r>
            <a:rPr lang="he-IL" err="1"/>
            <a:t>conflicts</a:t>
          </a:r>
          <a:endParaRPr lang="en-US"/>
        </a:p>
      </dgm:t>
    </dgm:pt>
    <dgm:pt modelId="{840EEDA6-53B9-4F73-A155-5B75A8ED0871}" type="parTrans" cxnId="{06A56FC2-84CA-4CE2-A440-0A70A5EBE1EF}">
      <dgm:prSet/>
      <dgm:spPr/>
      <dgm:t>
        <a:bodyPr/>
        <a:lstStyle/>
        <a:p>
          <a:endParaRPr lang="en-US"/>
        </a:p>
      </dgm:t>
    </dgm:pt>
    <dgm:pt modelId="{DC6EB83E-09C7-49BE-AB9C-CB2D7F8981DD}" type="sibTrans" cxnId="{06A56FC2-84CA-4CE2-A440-0A70A5EBE1EF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D7A1C1AB-F893-4BF2-81B1-AC88A8936A18}">
      <dgm:prSet/>
      <dgm:spPr/>
      <dgm:t>
        <a:bodyPr/>
        <a:lstStyle/>
        <a:p>
          <a:pPr>
            <a:lnSpc>
              <a:spcPct val="100000"/>
            </a:lnSpc>
          </a:pPr>
          <a:r>
            <a:rPr lang="he-IL" err="1"/>
            <a:t>Improve</a:t>
          </a:r>
          <a:r>
            <a:rPr lang="he-IL"/>
            <a:t> </a:t>
          </a:r>
          <a:r>
            <a:rPr lang="he-IL" err="1"/>
            <a:t>usability</a:t>
          </a:r>
          <a:endParaRPr lang="en-US"/>
        </a:p>
      </dgm:t>
    </dgm:pt>
    <dgm:pt modelId="{4126D6DD-171B-4B5E-8BE7-98471A1E416C}" type="parTrans" cxnId="{F75240EF-B7BD-4E7C-BC3A-DCB201264DF6}">
      <dgm:prSet/>
      <dgm:spPr/>
      <dgm:t>
        <a:bodyPr/>
        <a:lstStyle/>
        <a:p>
          <a:endParaRPr lang="en-US"/>
        </a:p>
      </dgm:t>
    </dgm:pt>
    <dgm:pt modelId="{8923B172-43E0-40B7-8156-F32C47FD7108}" type="sibTrans" cxnId="{F75240EF-B7BD-4E7C-BC3A-DCB201264DF6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79447D50-822B-4E04-BDD6-23484A4E3D36}">
      <dgm:prSet/>
      <dgm:spPr/>
      <dgm:t>
        <a:bodyPr/>
        <a:lstStyle/>
        <a:p>
          <a:pPr>
            <a:lnSpc>
              <a:spcPct val="100000"/>
            </a:lnSpc>
          </a:pPr>
          <a:r>
            <a:rPr lang="he-IL" err="1"/>
            <a:t>Generate</a:t>
          </a:r>
          <a:r>
            <a:rPr lang="he-IL"/>
            <a:t> </a:t>
          </a:r>
          <a:r>
            <a:rPr lang="he-IL" err="1"/>
            <a:t>valid</a:t>
          </a:r>
          <a:r>
            <a:rPr lang="he-IL"/>
            <a:t> </a:t>
          </a:r>
          <a:r>
            <a:rPr lang="he-IL" err="1"/>
            <a:t>schedules</a:t>
          </a:r>
          <a:r>
            <a:rPr lang="he-IL"/>
            <a:t> </a:t>
          </a:r>
          <a:r>
            <a:rPr lang="he-IL" err="1"/>
            <a:t>efficiently</a:t>
          </a:r>
          <a:endParaRPr lang="en-US"/>
        </a:p>
      </dgm:t>
    </dgm:pt>
    <dgm:pt modelId="{8628E859-A5F9-4E46-9A55-436B76A471F8}" type="parTrans" cxnId="{5A1DE74C-A00E-4148-8149-1DF07B7BFB8A}">
      <dgm:prSet/>
      <dgm:spPr/>
      <dgm:t>
        <a:bodyPr/>
        <a:lstStyle/>
        <a:p>
          <a:endParaRPr lang="en-US"/>
        </a:p>
      </dgm:t>
    </dgm:pt>
    <dgm:pt modelId="{4F0F9C24-B557-45EE-BD08-33AD59E879F5}" type="sibTrans" cxnId="{5A1DE74C-A00E-4148-8149-1DF07B7BFB8A}">
      <dgm:prSet/>
      <dgm:spPr/>
      <dgm:t>
        <a:bodyPr/>
        <a:lstStyle/>
        <a:p>
          <a:endParaRPr lang="en-US"/>
        </a:p>
      </dgm:t>
    </dgm:pt>
    <dgm:pt modelId="{59251A4C-73C2-4F1B-9718-0C0C3CED4203}" type="pres">
      <dgm:prSet presAssocID="{72D5F062-3432-4B80-953C-B29A6EE9EA5F}" presName="root" presStyleCnt="0">
        <dgm:presLayoutVars>
          <dgm:dir/>
          <dgm:resizeHandles val="exact"/>
        </dgm:presLayoutVars>
      </dgm:prSet>
      <dgm:spPr/>
    </dgm:pt>
    <dgm:pt modelId="{CB0BDC17-9A8A-46D0-971D-D5C4E17ED60B}" type="pres">
      <dgm:prSet presAssocID="{57D77098-48AE-4282-88D1-AC2E1ABC5724}" presName="compNode" presStyleCnt="0"/>
      <dgm:spPr/>
    </dgm:pt>
    <dgm:pt modelId="{628E4E59-9DAB-4964-B259-59A8D851157C}" type="pres">
      <dgm:prSet presAssocID="{57D77098-48AE-4282-88D1-AC2E1ABC5724}" presName="iconRect" presStyleLbl="node1" presStyleIdx="0" presStyleCnt="4"/>
      <dgm:spPr>
        <a:blipFill>
          <a:blip xmlns:r="http://schemas.openxmlformats.org/officeDocument/2006/relationships" r:embed="rId1">
            <a:duotone>
              <a:schemeClr val="accent1">
                <a:shade val="45000"/>
                <a:satMod val="135000"/>
              </a:schemeClr>
              <a:prstClr val="white"/>
            </a:duotone>
          </a:blip>
          <a:srcRect/>
          <a:stretch>
            <a:fillRect/>
          </a:stretch>
        </a:blipFill>
        <a:ln>
          <a:noFill/>
        </a:ln>
      </dgm:spPr>
    </dgm:pt>
    <dgm:pt modelId="{2479328E-4ACB-4E47-B11E-55BB1FA117CB}" type="pres">
      <dgm:prSet presAssocID="{57D77098-48AE-4282-88D1-AC2E1ABC5724}" presName="spaceRect" presStyleCnt="0"/>
      <dgm:spPr/>
    </dgm:pt>
    <dgm:pt modelId="{CB610FEA-DD31-4A93-B47D-86A106843A74}" type="pres">
      <dgm:prSet presAssocID="{57D77098-48AE-4282-88D1-AC2E1ABC5724}" presName="textRect" presStyleLbl="revTx" presStyleIdx="0" presStyleCnt="4">
        <dgm:presLayoutVars>
          <dgm:chMax val="1"/>
          <dgm:chPref val="1"/>
        </dgm:presLayoutVars>
      </dgm:prSet>
      <dgm:spPr/>
    </dgm:pt>
    <dgm:pt modelId="{C0466E70-D18E-40A1-9CEA-DFB02287D2BA}" type="pres">
      <dgm:prSet presAssocID="{034FF8D7-5783-4590-A05A-164CCF16075A}" presName="sibTrans" presStyleCnt="0"/>
      <dgm:spPr/>
    </dgm:pt>
    <dgm:pt modelId="{BD549C95-C97A-46DC-B33E-641ADD38D8B4}" type="pres">
      <dgm:prSet presAssocID="{C7E0B4F0-56D5-49C7-BCFE-43F0E0467D44}" presName="compNode" presStyleCnt="0"/>
      <dgm:spPr/>
    </dgm:pt>
    <dgm:pt modelId="{78421A60-1372-4AFC-8155-45C2056E765C}" type="pres">
      <dgm:prSet presAssocID="{C7E0B4F0-56D5-49C7-BCFE-43F0E0467D44}" presName="iconRect" presStyleLbl="node1" presStyleIdx="1" presStyleCnt="4"/>
      <dgm:spPr>
        <a:blipFill>
          <a:blip xmlns:r="http://schemas.openxmlformats.org/officeDocument/2006/relationships"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לחיצת יד"/>
        </a:ext>
      </dgm:extLst>
    </dgm:pt>
    <dgm:pt modelId="{F678B231-FE4D-403B-AE8B-F2CF8D4B951B}" type="pres">
      <dgm:prSet presAssocID="{C7E0B4F0-56D5-49C7-BCFE-43F0E0467D44}" presName="spaceRect" presStyleCnt="0"/>
      <dgm:spPr/>
    </dgm:pt>
    <dgm:pt modelId="{36F186E7-2212-4693-995A-BAA639610D47}" type="pres">
      <dgm:prSet presAssocID="{C7E0B4F0-56D5-49C7-BCFE-43F0E0467D44}" presName="textRect" presStyleLbl="revTx" presStyleIdx="1" presStyleCnt="4">
        <dgm:presLayoutVars>
          <dgm:chMax val="1"/>
          <dgm:chPref val="1"/>
        </dgm:presLayoutVars>
      </dgm:prSet>
      <dgm:spPr/>
    </dgm:pt>
    <dgm:pt modelId="{6DA91AC5-9AD0-4798-8C5B-1BE585EF0359}" type="pres">
      <dgm:prSet presAssocID="{DC6EB83E-09C7-49BE-AB9C-CB2D7F8981DD}" presName="sibTrans" presStyleCnt="0"/>
      <dgm:spPr/>
    </dgm:pt>
    <dgm:pt modelId="{B4E0029E-636D-480E-8BB6-B9C4153B24B8}" type="pres">
      <dgm:prSet presAssocID="{D7A1C1AB-F893-4BF2-81B1-AC88A8936A18}" presName="compNode" presStyleCnt="0"/>
      <dgm:spPr/>
    </dgm:pt>
    <dgm:pt modelId="{B515981F-F0C0-497D-8BF3-39BBC7DF7986}" type="pres">
      <dgm:prSet presAssocID="{D7A1C1AB-F893-4BF2-81B1-AC88A8936A18}" presName="iconRect" presStyleLbl="node1" presStyleIdx="2" presStyleCnt="4"/>
      <dgm:spPr>
        <a:blipFill>
          <a:blip xmlns:r="http://schemas.openxmlformats.org/officeDocument/2006/relationships"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Upward trend"/>
        </a:ext>
      </dgm:extLst>
    </dgm:pt>
    <dgm:pt modelId="{061D7BDB-EEC4-4EDE-A765-CF3C9D34E51E}" type="pres">
      <dgm:prSet presAssocID="{D7A1C1AB-F893-4BF2-81B1-AC88A8936A18}" presName="spaceRect" presStyleCnt="0"/>
      <dgm:spPr/>
    </dgm:pt>
    <dgm:pt modelId="{88AB7020-A49D-4733-94CF-812E97D92DDA}" type="pres">
      <dgm:prSet presAssocID="{D7A1C1AB-F893-4BF2-81B1-AC88A8936A18}" presName="textRect" presStyleLbl="revTx" presStyleIdx="2" presStyleCnt="4">
        <dgm:presLayoutVars>
          <dgm:chMax val="1"/>
          <dgm:chPref val="1"/>
        </dgm:presLayoutVars>
      </dgm:prSet>
      <dgm:spPr/>
    </dgm:pt>
    <dgm:pt modelId="{22A0DCB9-1B63-4A0E-BCC9-33546D65196F}" type="pres">
      <dgm:prSet presAssocID="{8923B172-43E0-40B7-8156-F32C47FD7108}" presName="sibTrans" presStyleCnt="0"/>
      <dgm:spPr/>
    </dgm:pt>
    <dgm:pt modelId="{6158507A-4290-4EE0-A1D4-038332E00F12}" type="pres">
      <dgm:prSet presAssocID="{79447D50-822B-4E04-BDD6-23484A4E3D36}" presName="compNode" presStyleCnt="0"/>
      <dgm:spPr/>
    </dgm:pt>
    <dgm:pt modelId="{33D00F4A-B6F9-4960-A0BC-62215489EECE}" type="pres">
      <dgm:prSet presAssocID="{79447D50-822B-4E04-BDD6-23484A4E3D36}" presName="iconRect" presStyleLbl="node1" presStyleIdx="3" presStyleCnt="4"/>
      <dgm:spPr>
        <a:blipFill>
          <a:blip xmlns:r="http://schemas.openxmlformats.org/officeDocument/2006/relationships"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סימן ביקורת"/>
        </a:ext>
      </dgm:extLst>
    </dgm:pt>
    <dgm:pt modelId="{7732011A-E36B-439E-83CF-A1862662868E}" type="pres">
      <dgm:prSet presAssocID="{79447D50-822B-4E04-BDD6-23484A4E3D36}" presName="spaceRect" presStyleCnt="0"/>
      <dgm:spPr/>
    </dgm:pt>
    <dgm:pt modelId="{A9A733E0-5C90-47A8-AEFF-B9AA5F619F27}" type="pres">
      <dgm:prSet presAssocID="{79447D50-822B-4E04-BDD6-23484A4E3D36}" presName="textRect" presStyleLbl="revTx" presStyleIdx="3" presStyleCnt="4">
        <dgm:presLayoutVars>
          <dgm:chMax val="1"/>
          <dgm:chPref val="1"/>
        </dgm:presLayoutVars>
      </dgm:prSet>
      <dgm:spPr/>
    </dgm:pt>
  </dgm:ptLst>
  <dgm:cxnLst>
    <dgm:cxn modelId="{ED1C043A-EE26-4F8B-B4BF-F82E1C04DD34}" type="presOf" srcId="{72D5F062-3432-4B80-953C-B29A6EE9EA5F}" destId="{59251A4C-73C2-4F1B-9718-0C0C3CED4203}" srcOrd="0" destOrd="0" presId="urn:microsoft.com/office/officeart/2018/2/layout/IconLabelList"/>
    <dgm:cxn modelId="{3BC4983D-9B70-4967-B7E1-0979DB093DBB}" type="presOf" srcId="{C7E0B4F0-56D5-49C7-BCFE-43F0E0467D44}" destId="{36F186E7-2212-4693-995A-BAA639610D47}" srcOrd="0" destOrd="0" presId="urn:microsoft.com/office/officeart/2018/2/layout/IconLabelList"/>
    <dgm:cxn modelId="{5A1DE74C-A00E-4148-8149-1DF07B7BFB8A}" srcId="{72D5F062-3432-4B80-953C-B29A6EE9EA5F}" destId="{79447D50-822B-4E04-BDD6-23484A4E3D36}" srcOrd="3" destOrd="0" parTransId="{8628E859-A5F9-4E46-9A55-436B76A471F8}" sibTransId="{4F0F9C24-B557-45EE-BD08-33AD59E879F5}"/>
    <dgm:cxn modelId="{DD062F70-95E8-45E6-B985-C68D8A98CFEC}" type="presOf" srcId="{79447D50-822B-4E04-BDD6-23484A4E3D36}" destId="{A9A733E0-5C90-47A8-AEFF-B9AA5F619F27}" srcOrd="0" destOrd="0" presId="urn:microsoft.com/office/officeart/2018/2/layout/IconLabelList"/>
    <dgm:cxn modelId="{06A56FC2-84CA-4CE2-A440-0A70A5EBE1EF}" srcId="{72D5F062-3432-4B80-953C-B29A6EE9EA5F}" destId="{C7E0B4F0-56D5-49C7-BCFE-43F0E0467D44}" srcOrd="1" destOrd="0" parTransId="{840EEDA6-53B9-4F73-A155-5B75A8ED0871}" sibTransId="{DC6EB83E-09C7-49BE-AB9C-CB2D7F8981DD}"/>
    <dgm:cxn modelId="{8AB290DE-2972-4BBE-9843-0F5E89EAFC9F}" srcId="{72D5F062-3432-4B80-953C-B29A6EE9EA5F}" destId="{57D77098-48AE-4282-88D1-AC2E1ABC5724}" srcOrd="0" destOrd="0" parTransId="{F88CB410-1360-45B4-9627-2E1C6BB72F04}" sibTransId="{034FF8D7-5783-4590-A05A-164CCF16075A}"/>
    <dgm:cxn modelId="{F75240EF-B7BD-4E7C-BC3A-DCB201264DF6}" srcId="{72D5F062-3432-4B80-953C-B29A6EE9EA5F}" destId="{D7A1C1AB-F893-4BF2-81B1-AC88A8936A18}" srcOrd="2" destOrd="0" parTransId="{4126D6DD-171B-4B5E-8BE7-98471A1E416C}" sibTransId="{8923B172-43E0-40B7-8156-F32C47FD7108}"/>
    <dgm:cxn modelId="{0B8EC9EF-D753-4AF6-AA60-764C18EBAD4D}" type="presOf" srcId="{D7A1C1AB-F893-4BF2-81B1-AC88A8936A18}" destId="{88AB7020-A49D-4733-94CF-812E97D92DDA}" srcOrd="0" destOrd="0" presId="urn:microsoft.com/office/officeart/2018/2/layout/IconLabelList"/>
    <dgm:cxn modelId="{C9C88EF1-E174-40BD-8C29-E4E1BE1B6DE3}" type="presOf" srcId="{57D77098-48AE-4282-88D1-AC2E1ABC5724}" destId="{CB610FEA-DD31-4A93-B47D-86A106843A74}" srcOrd="0" destOrd="0" presId="urn:microsoft.com/office/officeart/2018/2/layout/IconLabelList"/>
    <dgm:cxn modelId="{F795D584-509B-4390-9770-D9433B56D48C}" type="presParOf" srcId="{59251A4C-73C2-4F1B-9718-0C0C3CED4203}" destId="{CB0BDC17-9A8A-46D0-971D-D5C4E17ED60B}" srcOrd="0" destOrd="0" presId="urn:microsoft.com/office/officeart/2018/2/layout/IconLabelList"/>
    <dgm:cxn modelId="{BAFCF3FA-21B1-4A51-A70B-542E2858D916}" type="presParOf" srcId="{CB0BDC17-9A8A-46D0-971D-D5C4E17ED60B}" destId="{628E4E59-9DAB-4964-B259-59A8D851157C}" srcOrd="0" destOrd="0" presId="urn:microsoft.com/office/officeart/2018/2/layout/IconLabelList"/>
    <dgm:cxn modelId="{9F993D34-7B57-43D7-A3E6-E1E7D10AFFEF}" type="presParOf" srcId="{CB0BDC17-9A8A-46D0-971D-D5C4E17ED60B}" destId="{2479328E-4ACB-4E47-B11E-55BB1FA117CB}" srcOrd="1" destOrd="0" presId="urn:microsoft.com/office/officeart/2018/2/layout/IconLabelList"/>
    <dgm:cxn modelId="{7232511C-375D-48BA-ACED-C877B8DD0179}" type="presParOf" srcId="{CB0BDC17-9A8A-46D0-971D-D5C4E17ED60B}" destId="{CB610FEA-DD31-4A93-B47D-86A106843A74}" srcOrd="2" destOrd="0" presId="urn:microsoft.com/office/officeart/2018/2/layout/IconLabelList"/>
    <dgm:cxn modelId="{0ABFDF30-3DAE-4EEB-908A-A58D007D35C3}" type="presParOf" srcId="{59251A4C-73C2-4F1B-9718-0C0C3CED4203}" destId="{C0466E70-D18E-40A1-9CEA-DFB02287D2BA}" srcOrd="1" destOrd="0" presId="urn:microsoft.com/office/officeart/2018/2/layout/IconLabelList"/>
    <dgm:cxn modelId="{1D95A794-85BB-4F37-A1F8-DE0200031324}" type="presParOf" srcId="{59251A4C-73C2-4F1B-9718-0C0C3CED4203}" destId="{BD549C95-C97A-46DC-B33E-641ADD38D8B4}" srcOrd="2" destOrd="0" presId="urn:microsoft.com/office/officeart/2018/2/layout/IconLabelList"/>
    <dgm:cxn modelId="{8F508954-AA30-4D19-B7EF-41597F8A6EE7}" type="presParOf" srcId="{BD549C95-C97A-46DC-B33E-641ADD38D8B4}" destId="{78421A60-1372-4AFC-8155-45C2056E765C}" srcOrd="0" destOrd="0" presId="urn:microsoft.com/office/officeart/2018/2/layout/IconLabelList"/>
    <dgm:cxn modelId="{032302AC-441F-4051-906C-809E37BED13B}" type="presParOf" srcId="{BD549C95-C97A-46DC-B33E-641ADD38D8B4}" destId="{F678B231-FE4D-403B-AE8B-F2CF8D4B951B}" srcOrd="1" destOrd="0" presId="urn:microsoft.com/office/officeart/2018/2/layout/IconLabelList"/>
    <dgm:cxn modelId="{19E62464-BFEA-415D-8534-548B00E7B0F7}" type="presParOf" srcId="{BD549C95-C97A-46DC-B33E-641ADD38D8B4}" destId="{36F186E7-2212-4693-995A-BAA639610D47}" srcOrd="2" destOrd="0" presId="urn:microsoft.com/office/officeart/2018/2/layout/IconLabelList"/>
    <dgm:cxn modelId="{3CECCC8C-8290-42B6-AF60-69C572E0DE2D}" type="presParOf" srcId="{59251A4C-73C2-4F1B-9718-0C0C3CED4203}" destId="{6DA91AC5-9AD0-4798-8C5B-1BE585EF0359}" srcOrd="3" destOrd="0" presId="urn:microsoft.com/office/officeart/2018/2/layout/IconLabelList"/>
    <dgm:cxn modelId="{3490FE71-199D-40D8-84AC-9E97B2A7C8F5}" type="presParOf" srcId="{59251A4C-73C2-4F1B-9718-0C0C3CED4203}" destId="{B4E0029E-636D-480E-8BB6-B9C4153B24B8}" srcOrd="4" destOrd="0" presId="urn:microsoft.com/office/officeart/2018/2/layout/IconLabelList"/>
    <dgm:cxn modelId="{075AF083-CA6B-4644-B229-98117FB95693}" type="presParOf" srcId="{B4E0029E-636D-480E-8BB6-B9C4153B24B8}" destId="{B515981F-F0C0-497D-8BF3-39BBC7DF7986}" srcOrd="0" destOrd="0" presId="urn:microsoft.com/office/officeart/2018/2/layout/IconLabelList"/>
    <dgm:cxn modelId="{30B759AE-E30E-4CD1-B7E0-66727DA91C01}" type="presParOf" srcId="{B4E0029E-636D-480E-8BB6-B9C4153B24B8}" destId="{061D7BDB-EEC4-4EDE-A765-CF3C9D34E51E}" srcOrd="1" destOrd="0" presId="urn:microsoft.com/office/officeart/2018/2/layout/IconLabelList"/>
    <dgm:cxn modelId="{4EAA824F-4924-4D90-8181-843F2884E993}" type="presParOf" srcId="{B4E0029E-636D-480E-8BB6-B9C4153B24B8}" destId="{88AB7020-A49D-4733-94CF-812E97D92DDA}" srcOrd="2" destOrd="0" presId="urn:microsoft.com/office/officeart/2018/2/layout/IconLabelList"/>
    <dgm:cxn modelId="{4FEEEDCD-D090-4255-812E-8517587DEA61}" type="presParOf" srcId="{59251A4C-73C2-4F1B-9718-0C0C3CED4203}" destId="{22A0DCB9-1B63-4A0E-BCC9-33546D65196F}" srcOrd="5" destOrd="0" presId="urn:microsoft.com/office/officeart/2018/2/layout/IconLabelList"/>
    <dgm:cxn modelId="{C486EAB2-A1A3-4990-BD14-A27FE7CEF519}" type="presParOf" srcId="{59251A4C-73C2-4F1B-9718-0C0C3CED4203}" destId="{6158507A-4290-4EE0-A1D4-038332E00F12}" srcOrd="6" destOrd="0" presId="urn:microsoft.com/office/officeart/2018/2/layout/IconLabelList"/>
    <dgm:cxn modelId="{E318109B-29F5-4506-B1A5-9498AFD65B49}" type="presParOf" srcId="{6158507A-4290-4EE0-A1D4-038332E00F12}" destId="{33D00F4A-B6F9-4960-A0BC-62215489EECE}" srcOrd="0" destOrd="0" presId="urn:microsoft.com/office/officeart/2018/2/layout/IconLabelList"/>
    <dgm:cxn modelId="{55B8F7F5-38A2-4194-8117-E9949274398C}" type="presParOf" srcId="{6158507A-4290-4EE0-A1D4-038332E00F12}" destId="{7732011A-E36B-439E-83CF-A1862662868E}" srcOrd="1" destOrd="0" presId="urn:microsoft.com/office/officeart/2018/2/layout/IconLabelList"/>
    <dgm:cxn modelId="{1113FED2-FC1B-4F10-81BF-38610FAF22EA}" type="presParOf" srcId="{6158507A-4290-4EE0-A1D4-038332E00F12}" destId="{A9A733E0-5C90-47A8-AEFF-B9AA5F619F27}" srcOrd="2" destOrd="0" presId="urn:microsoft.com/office/officeart/2018/2/layout/IconLabel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53A21225-6B58-43F9-AA70-E3986FF8A0CF}" type="doc">
      <dgm:prSet loTypeId="urn:microsoft.com/office/officeart/2018/2/layout/IconLabel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D1064A96-ABFF-44DD-BD14-D5B8664A7DBA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Constraint extraction</a:t>
          </a:r>
        </a:p>
      </dgm:t>
    </dgm:pt>
    <dgm:pt modelId="{CB2B5DDA-12D5-42AE-8464-527AD538DB3B}" type="parTrans" cxnId="{270D7D92-EE5D-4B87-8959-5ED559C08AAD}">
      <dgm:prSet/>
      <dgm:spPr/>
      <dgm:t>
        <a:bodyPr/>
        <a:lstStyle/>
        <a:p>
          <a:endParaRPr lang="en-US"/>
        </a:p>
      </dgm:t>
    </dgm:pt>
    <dgm:pt modelId="{895DD305-3B3C-4496-9677-CC95578E8B07}" type="sibTrans" cxnId="{270D7D92-EE5D-4B87-8959-5ED559C08AAD}">
      <dgm:prSet/>
      <dgm:spPr/>
      <dgm:t>
        <a:bodyPr/>
        <a:lstStyle/>
        <a:p>
          <a:endParaRPr lang="en-US"/>
        </a:p>
      </dgm:t>
    </dgm:pt>
    <dgm:pt modelId="{9AC140F8-8554-47B5-B127-FC5A62CA68ED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Understanding the scheduling process</a:t>
          </a:r>
        </a:p>
      </dgm:t>
    </dgm:pt>
    <dgm:pt modelId="{216AB074-0ADB-4464-9AEE-A507BC72427A}" type="parTrans" cxnId="{73DBCE86-45C3-4581-87A4-90E13C8227D9}">
      <dgm:prSet/>
      <dgm:spPr/>
      <dgm:t>
        <a:bodyPr/>
        <a:lstStyle/>
        <a:p>
          <a:endParaRPr lang="en-US"/>
        </a:p>
      </dgm:t>
    </dgm:pt>
    <dgm:pt modelId="{7649A72E-2816-4EE0-8814-67ADB3C319D4}" type="sibTrans" cxnId="{73DBCE86-45C3-4581-87A4-90E13C8227D9}">
      <dgm:prSet/>
      <dgm:spPr/>
      <dgm:t>
        <a:bodyPr/>
        <a:lstStyle/>
        <a:p>
          <a:endParaRPr lang="en-US"/>
        </a:p>
      </dgm:t>
    </dgm:pt>
    <dgm:pt modelId="{40C7557C-9653-4B19-B564-99F1B2638904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Understanding system requirements and limitations</a:t>
          </a:r>
        </a:p>
      </dgm:t>
    </dgm:pt>
    <dgm:pt modelId="{3DA74E7F-0688-4350-9411-8ECB00DD9F7A}" type="parTrans" cxnId="{5B91813B-96A9-40DB-BE29-BD3594839CD2}">
      <dgm:prSet/>
      <dgm:spPr/>
      <dgm:t>
        <a:bodyPr/>
        <a:lstStyle/>
        <a:p>
          <a:endParaRPr lang="en-US"/>
        </a:p>
      </dgm:t>
    </dgm:pt>
    <dgm:pt modelId="{25916791-5F43-4530-83B9-B3AACE336029}" type="sibTrans" cxnId="{5B91813B-96A9-40DB-BE29-BD3594839CD2}">
      <dgm:prSet/>
      <dgm:spPr/>
      <dgm:t>
        <a:bodyPr/>
        <a:lstStyle/>
        <a:p>
          <a:endParaRPr lang="en-US"/>
        </a:p>
      </dgm:t>
    </dgm:pt>
    <dgm:pt modelId="{6E4543FC-59D3-49CA-8E01-8007E4E35EC4}" type="pres">
      <dgm:prSet presAssocID="{53A21225-6B58-43F9-AA70-E3986FF8A0CF}" presName="root" presStyleCnt="0">
        <dgm:presLayoutVars>
          <dgm:dir/>
          <dgm:resizeHandles val="exact"/>
        </dgm:presLayoutVars>
      </dgm:prSet>
      <dgm:spPr/>
    </dgm:pt>
    <dgm:pt modelId="{1E0EC896-95C5-449A-8B54-483A36C25CF6}" type="pres">
      <dgm:prSet presAssocID="{D1064A96-ABFF-44DD-BD14-D5B8664A7DBA}" presName="compNode" presStyleCnt="0"/>
      <dgm:spPr/>
    </dgm:pt>
    <dgm:pt modelId="{217AA176-269A-48CC-92A8-022D69E49F16}" type="pres">
      <dgm:prSet presAssocID="{D1064A96-ABFF-44DD-BD14-D5B8664A7DBA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מסמך"/>
        </a:ext>
      </dgm:extLst>
    </dgm:pt>
    <dgm:pt modelId="{DCD85A61-E4E3-4D84-A74B-EA0FCD037D58}" type="pres">
      <dgm:prSet presAssocID="{D1064A96-ABFF-44DD-BD14-D5B8664A7DBA}" presName="spaceRect" presStyleCnt="0"/>
      <dgm:spPr/>
    </dgm:pt>
    <dgm:pt modelId="{17B7DD02-5EAF-4A0E-9F97-A02F6D560667}" type="pres">
      <dgm:prSet presAssocID="{D1064A96-ABFF-44DD-BD14-D5B8664A7DBA}" presName="textRect" presStyleLbl="revTx" presStyleIdx="0" presStyleCnt="3">
        <dgm:presLayoutVars>
          <dgm:chMax val="1"/>
          <dgm:chPref val="1"/>
        </dgm:presLayoutVars>
      </dgm:prSet>
      <dgm:spPr/>
    </dgm:pt>
    <dgm:pt modelId="{E7812582-0C62-41D1-A621-AD9CA0B30E13}" type="pres">
      <dgm:prSet presAssocID="{895DD305-3B3C-4496-9677-CC95578E8B07}" presName="sibTrans" presStyleCnt="0"/>
      <dgm:spPr/>
    </dgm:pt>
    <dgm:pt modelId="{ED61ADB2-4A47-49A4-840F-AA2DAE2FFB90}" type="pres">
      <dgm:prSet presAssocID="{9AC140F8-8554-47B5-B127-FC5A62CA68ED}" presName="compNode" presStyleCnt="0"/>
      <dgm:spPr/>
    </dgm:pt>
    <dgm:pt modelId="{38E5DD99-977E-4E4C-B6F4-6533E57D1340}" type="pres">
      <dgm:prSet presAssocID="{9AC140F8-8554-47B5-B127-FC5A62CA68ED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Daily Calendar"/>
        </a:ext>
      </dgm:extLst>
    </dgm:pt>
    <dgm:pt modelId="{725AA2D9-C827-49FF-B2C6-4E6764A42A66}" type="pres">
      <dgm:prSet presAssocID="{9AC140F8-8554-47B5-B127-FC5A62CA68ED}" presName="spaceRect" presStyleCnt="0"/>
      <dgm:spPr/>
    </dgm:pt>
    <dgm:pt modelId="{A1119BEA-2CF7-4598-8B30-156F5EF947E2}" type="pres">
      <dgm:prSet presAssocID="{9AC140F8-8554-47B5-B127-FC5A62CA68ED}" presName="textRect" presStyleLbl="revTx" presStyleIdx="1" presStyleCnt="3">
        <dgm:presLayoutVars>
          <dgm:chMax val="1"/>
          <dgm:chPref val="1"/>
        </dgm:presLayoutVars>
      </dgm:prSet>
      <dgm:spPr/>
    </dgm:pt>
    <dgm:pt modelId="{ED7F5DA3-6665-458B-A5AA-C9325D4C413F}" type="pres">
      <dgm:prSet presAssocID="{7649A72E-2816-4EE0-8814-67ADB3C319D4}" presName="sibTrans" presStyleCnt="0"/>
      <dgm:spPr/>
    </dgm:pt>
    <dgm:pt modelId="{974BF2CA-CE67-4AB0-B087-2DCB6BEFF4E0}" type="pres">
      <dgm:prSet presAssocID="{40C7557C-9653-4B19-B564-99F1B2638904}" presName="compNode" presStyleCnt="0"/>
      <dgm:spPr/>
    </dgm:pt>
    <dgm:pt modelId="{DF6B7955-D69A-4789-BE0A-3502E38118BE}" type="pres">
      <dgm:prSet presAssocID="{40C7557C-9653-4B19-B564-99F1B2638904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גלגלי שיניים"/>
        </a:ext>
      </dgm:extLst>
    </dgm:pt>
    <dgm:pt modelId="{FBBCBCF1-A860-4D14-9433-8905E73B747D}" type="pres">
      <dgm:prSet presAssocID="{40C7557C-9653-4B19-B564-99F1B2638904}" presName="spaceRect" presStyleCnt="0"/>
      <dgm:spPr/>
    </dgm:pt>
    <dgm:pt modelId="{29409E39-0805-45CC-B034-A4E648BC7792}" type="pres">
      <dgm:prSet presAssocID="{40C7557C-9653-4B19-B564-99F1B2638904}" presName="textRect" presStyleLbl="revTx" presStyleIdx="2" presStyleCnt="3">
        <dgm:presLayoutVars>
          <dgm:chMax val="1"/>
          <dgm:chPref val="1"/>
        </dgm:presLayoutVars>
      </dgm:prSet>
      <dgm:spPr/>
    </dgm:pt>
  </dgm:ptLst>
  <dgm:cxnLst>
    <dgm:cxn modelId="{75189524-C1C7-416E-8761-771E842658A9}" type="presOf" srcId="{D1064A96-ABFF-44DD-BD14-D5B8664A7DBA}" destId="{17B7DD02-5EAF-4A0E-9F97-A02F6D560667}" srcOrd="0" destOrd="0" presId="urn:microsoft.com/office/officeart/2018/2/layout/IconLabelList"/>
    <dgm:cxn modelId="{5B91813B-96A9-40DB-BE29-BD3594839CD2}" srcId="{53A21225-6B58-43F9-AA70-E3986FF8A0CF}" destId="{40C7557C-9653-4B19-B564-99F1B2638904}" srcOrd="2" destOrd="0" parTransId="{3DA74E7F-0688-4350-9411-8ECB00DD9F7A}" sibTransId="{25916791-5F43-4530-83B9-B3AACE336029}"/>
    <dgm:cxn modelId="{CFE4F378-D611-4EFC-B53C-94B312744E74}" type="presOf" srcId="{53A21225-6B58-43F9-AA70-E3986FF8A0CF}" destId="{6E4543FC-59D3-49CA-8E01-8007E4E35EC4}" srcOrd="0" destOrd="0" presId="urn:microsoft.com/office/officeart/2018/2/layout/IconLabelList"/>
    <dgm:cxn modelId="{73DBCE86-45C3-4581-87A4-90E13C8227D9}" srcId="{53A21225-6B58-43F9-AA70-E3986FF8A0CF}" destId="{9AC140F8-8554-47B5-B127-FC5A62CA68ED}" srcOrd="1" destOrd="0" parTransId="{216AB074-0ADB-4464-9AEE-A507BC72427A}" sibTransId="{7649A72E-2816-4EE0-8814-67ADB3C319D4}"/>
    <dgm:cxn modelId="{270D7D92-EE5D-4B87-8959-5ED559C08AAD}" srcId="{53A21225-6B58-43F9-AA70-E3986FF8A0CF}" destId="{D1064A96-ABFF-44DD-BD14-D5B8664A7DBA}" srcOrd="0" destOrd="0" parTransId="{CB2B5DDA-12D5-42AE-8464-527AD538DB3B}" sibTransId="{895DD305-3B3C-4496-9677-CC95578E8B07}"/>
    <dgm:cxn modelId="{3FB3639B-5F52-47C6-871A-6192053C8F88}" type="presOf" srcId="{9AC140F8-8554-47B5-B127-FC5A62CA68ED}" destId="{A1119BEA-2CF7-4598-8B30-156F5EF947E2}" srcOrd="0" destOrd="0" presId="urn:microsoft.com/office/officeart/2018/2/layout/IconLabelList"/>
    <dgm:cxn modelId="{6B2C47C7-8197-42BE-BD0C-ECC4B5FAC488}" type="presOf" srcId="{40C7557C-9653-4B19-B564-99F1B2638904}" destId="{29409E39-0805-45CC-B034-A4E648BC7792}" srcOrd="0" destOrd="0" presId="urn:microsoft.com/office/officeart/2018/2/layout/IconLabelList"/>
    <dgm:cxn modelId="{83E8305C-827D-4605-BAE7-81F272605FD4}" type="presParOf" srcId="{6E4543FC-59D3-49CA-8E01-8007E4E35EC4}" destId="{1E0EC896-95C5-449A-8B54-483A36C25CF6}" srcOrd="0" destOrd="0" presId="urn:microsoft.com/office/officeart/2018/2/layout/IconLabelList"/>
    <dgm:cxn modelId="{9FF002FD-4429-460C-B3BD-711359F0C455}" type="presParOf" srcId="{1E0EC896-95C5-449A-8B54-483A36C25CF6}" destId="{217AA176-269A-48CC-92A8-022D69E49F16}" srcOrd="0" destOrd="0" presId="urn:microsoft.com/office/officeart/2018/2/layout/IconLabelList"/>
    <dgm:cxn modelId="{ECDC8251-1699-4ECE-A3A0-50480202AD07}" type="presParOf" srcId="{1E0EC896-95C5-449A-8B54-483A36C25CF6}" destId="{DCD85A61-E4E3-4D84-A74B-EA0FCD037D58}" srcOrd="1" destOrd="0" presId="urn:microsoft.com/office/officeart/2018/2/layout/IconLabelList"/>
    <dgm:cxn modelId="{EAE29A72-B0EF-4CF9-8D95-2E527C7A741A}" type="presParOf" srcId="{1E0EC896-95C5-449A-8B54-483A36C25CF6}" destId="{17B7DD02-5EAF-4A0E-9F97-A02F6D560667}" srcOrd="2" destOrd="0" presId="urn:microsoft.com/office/officeart/2018/2/layout/IconLabelList"/>
    <dgm:cxn modelId="{660B16EE-FD72-4483-BACC-55BA866E9146}" type="presParOf" srcId="{6E4543FC-59D3-49CA-8E01-8007E4E35EC4}" destId="{E7812582-0C62-41D1-A621-AD9CA0B30E13}" srcOrd="1" destOrd="0" presId="urn:microsoft.com/office/officeart/2018/2/layout/IconLabelList"/>
    <dgm:cxn modelId="{97CFCF65-5EAC-4ABE-A3AB-6C898D2DFBFA}" type="presParOf" srcId="{6E4543FC-59D3-49CA-8E01-8007E4E35EC4}" destId="{ED61ADB2-4A47-49A4-840F-AA2DAE2FFB90}" srcOrd="2" destOrd="0" presId="urn:microsoft.com/office/officeart/2018/2/layout/IconLabelList"/>
    <dgm:cxn modelId="{71360421-88CF-4241-89F1-EE7E81BC5C43}" type="presParOf" srcId="{ED61ADB2-4A47-49A4-840F-AA2DAE2FFB90}" destId="{38E5DD99-977E-4E4C-B6F4-6533E57D1340}" srcOrd="0" destOrd="0" presId="urn:microsoft.com/office/officeart/2018/2/layout/IconLabelList"/>
    <dgm:cxn modelId="{B2D42E8C-DDDE-4088-8400-A619E8B6CD3E}" type="presParOf" srcId="{ED61ADB2-4A47-49A4-840F-AA2DAE2FFB90}" destId="{725AA2D9-C827-49FF-B2C6-4E6764A42A66}" srcOrd="1" destOrd="0" presId="urn:microsoft.com/office/officeart/2018/2/layout/IconLabelList"/>
    <dgm:cxn modelId="{A7ED6963-84F0-469C-BE5B-B3A8F798C0E5}" type="presParOf" srcId="{ED61ADB2-4A47-49A4-840F-AA2DAE2FFB90}" destId="{A1119BEA-2CF7-4598-8B30-156F5EF947E2}" srcOrd="2" destOrd="0" presId="urn:microsoft.com/office/officeart/2018/2/layout/IconLabelList"/>
    <dgm:cxn modelId="{51AADBB5-D418-4520-85A4-944E6D011BEB}" type="presParOf" srcId="{6E4543FC-59D3-49CA-8E01-8007E4E35EC4}" destId="{ED7F5DA3-6665-458B-A5AA-C9325D4C413F}" srcOrd="3" destOrd="0" presId="urn:microsoft.com/office/officeart/2018/2/layout/IconLabelList"/>
    <dgm:cxn modelId="{4501D77F-7106-4DEF-8593-AE751F8A805E}" type="presParOf" srcId="{6E4543FC-59D3-49CA-8E01-8007E4E35EC4}" destId="{974BF2CA-CE67-4AB0-B087-2DCB6BEFF4E0}" srcOrd="4" destOrd="0" presId="urn:microsoft.com/office/officeart/2018/2/layout/IconLabelList"/>
    <dgm:cxn modelId="{6FF17E54-903B-4308-97D0-808747694C35}" type="presParOf" srcId="{974BF2CA-CE67-4AB0-B087-2DCB6BEFF4E0}" destId="{DF6B7955-D69A-4789-BE0A-3502E38118BE}" srcOrd="0" destOrd="0" presId="urn:microsoft.com/office/officeart/2018/2/layout/IconLabelList"/>
    <dgm:cxn modelId="{48A38938-B031-4320-8C82-945629FC4062}" type="presParOf" srcId="{974BF2CA-CE67-4AB0-B087-2DCB6BEFF4E0}" destId="{FBBCBCF1-A860-4D14-9433-8905E73B747D}" srcOrd="1" destOrd="0" presId="urn:microsoft.com/office/officeart/2018/2/layout/IconLabelList"/>
    <dgm:cxn modelId="{BC13F988-AD8C-472E-B65C-8BD6409BA668}" type="presParOf" srcId="{974BF2CA-CE67-4AB0-B087-2DCB6BEFF4E0}" destId="{29409E39-0805-45CC-B034-A4E648BC7792}" srcOrd="2" destOrd="0" presId="urn:microsoft.com/office/officeart/2018/2/layout/IconLabel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67FFA557-9450-4672-9D97-E428B280368A}" type="doc">
      <dgm:prSet loTypeId="urn:microsoft.com/office/officeart/2018/2/layout/IconLabel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63248B2B-8334-471D-B5AE-4F41FCA06C24}">
      <dgm:prSet/>
      <dgm:spPr/>
      <dgm:t>
        <a:bodyPr/>
        <a:lstStyle/>
        <a:p>
          <a:r>
            <a:rPr lang="he-IL"/>
            <a:t>Import Excel files</a:t>
          </a:r>
          <a:endParaRPr lang="en-US"/>
        </a:p>
      </dgm:t>
    </dgm:pt>
    <dgm:pt modelId="{29B58E07-14A6-47EF-A105-2B52B9A3E14A}" type="parTrans" cxnId="{70EAA64A-FC04-478D-81F8-0E3D96067591}">
      <dgm:prSet/>
      <dgm:spPr/>
      <dgm:t>
        <a:bodyPr/>
        <a:lstStyle/>
        <a:p>
          <a:endParaRPr lang="en-US"/>
        </a:p>
      </dgm:t>
    </dgm:pt>
    <dgm:pt modelId="{34A52D95-971B-4BE8-B7BA-749771DF6C63}" type="sibTrans" cxnId="{70EAA64A-FC04-478D-81F8-0E3D96067591}">
      <dgm:prSet/>
      <dgm:spPr/>
      <dgm:t>
        <a:bodyPr/>
        <a:lstStyle/>
        <a:p>
          <a:endParaRPr lang="en-US"/>
        </a:p>
      </dgm:t>
    </dgm:pt>
    <dgm:pt modelId="{7B8235D1-98C7-4B7B-8055-5D5090603FE3}">
      <dgm:prSet/>
      <dgm:spPr/>
      <dgm:t>
        <a:bodyPr/>
        <a:lstStyle/>
        <a:p>
          <a:r>
            <a:rPr lang="he-IL"/>
            <a:t>Edit lecturers, courses, rooms</a:t>
          </a:r>
          <a:endParaRPr lang="en-US"/>
        </a:p>
      </dgm:t>
    </dgm:pt>
    <dgm:pt modelId="{56551390-BDB0-4C4B-AD8B-83749C8A70F9}" type="parTrans" cxnId="{5E60FAA2-8F07-4514-9B10-75B6CDC539F0}">
      <dgm:prSet/>
      <dgm:spPr/>
      <dgm:t>
        <a:bodyPr/>
        <a:lstStyle/>
        <a:p>
          <a:endParaRPr lang="en-US"/>
        </a:p>
      </dgm:t>
    </dgm:pt>
    <dgm:pt modelId="{21E00A29-99FD-476C-8A8B-52C521238E02}" type="sibTrans" cxnId="{5E60FAA2-8F07-4514-9B10-75B6CDC539F0}">
      <dgm:prSet/>
      <dgm:spPr/>
      <dgm:t>
        <a:bodyPr/>
        <a:lstStyle/>
        <a:p>
          <a:endParaRPr lang="en-US"/>
        </a:p>
      </dgm:t>
    </dgm:pt>
    <dgm:pt modelId="{4BDAF008-EEC7-4D06-B134-3C215A23F61D}">
      <dgm:prSet/>
      <dgm:spPr/>
      <dgm:t>
        <a:bodyPr/>
        <a:lstStyle/>
        <a:p>
          <a:r>
            <a:rPr lang="he-IL"/>
            <a:t>Generate timetable</a:t>
          </a:r>
          <a:endParaRPr lang="en-US"/>
        </a:p>
      </dgm:t>
    </dgm:pt>
    <dgm:pt modelId="{BB26622D-1306-4519-B524-9DAA85667060}" type="parTrans" cxnId="{1A822C0F-92D7-4B9E-AC0C-E9C9E6938B8A}">
      <dgm:prSet/>
      <dgm:spPr/>
      <dgm:t>
        <a:bodyPr/>
        <a:lstStyle/>
        <a:p>
          <a:endParaRPr lang="en-US"/>
        </a:p>
      </dgm:t>
    </dgm:pt>
    <dgm:pt modelId="{D011428C-AF34-4591-BBE4-DE56711236DC}" type="sibTrans" cxnId="{1A822C0F-92D7-4B9E-AC0C-E9C9E6938B8A}">
      <dgm:prSet/>
      <dgm:spPr/>
      <dgm:t>
        <a:bodyPr/>
        <a:lstStyle/>
        <a:p>
          <a:endParaRPr lang="en-US"/>
        </a:p>
      </dgm:t>
    </dgm:pt>
    <dgm:pt modelId="{1A3F2B38-88DE-42DC-B2A3-745AFBADE0C3}">
      <dgm:prSet/>
      <dgm:spPr/>
      <dgm:t>
        <a:bodyPr/>
        <a:lstStyle/>
        <a:p>
          <a:r>
            <a:rPr lang="he-IL"/>
            <a:t>Visual validation indicators</a:t>
          </a:r>
          <a:endParaRPr lang="en-US"/>
        </a:p>
      </dgm:t>
    </dgm:pt>
    <dgm:pt modelId="{CE168DE2-5708-4C3F-A593-DBF5E14D802B}" type="parTrans" cxnId="{21AED6FF-8B50-4606-A066-07B504B67094}">
      <dgm:prSet/>
      <dgm:spPr/>
      <dgm:t>
        <a:bodyPr/>
        <a:lstStyle/>
        <a:p>
          <a:endParaRPr lang="en-US"/>
        </a:p>
      </dgm:t>
    </dgm:pt>
    <dgm:pt modelId="{D62171A9-F90F-44E3-877F-D7121AC30846}" type="sibTrans" cxnId="{21AED6FF-8B50-4606-A066-07B504B67094}">
      <dgm:prSet/>
      <dgm:spPr/>
      <dgm:t>
        <a:bodyPr/>
        <a:lstStyle/>
        <a:p>
          <a:endParaRPr lang="en-US"/>
        </a:p>
      </dgm:t>
    </dgm:pt>
    <dgm:pt modelId="{0E36008D-0A31-4DD8-8FF5-C008E8C8EF20}" type="pres">
      <dgm:prSet presAssocID="{67FFA557-9450-4672-9D97-E428B280368A}" presName="root" presStyleCnt="0">
        <dgm:presLayoutVars>
          <dgm:dir/>
          <dgm:resizeHandles val="exact"/>
        </dgm:presLayoutVars>
      </dgm:prSet>
      <dgm:spPr/>
    </dgm:pt>
    <dgm:pt modelId="{5F189F19-0F63-46DA-9481-CD7D9D24A523}" type="pres">
      <dgm:prSet presAssocID="{63248B2B-8334-471D-B5AE-4F41FCA06C24}" presName="compNode" presStyleCnt="0"/>
      <dgm:spPr/>
    </dgm:pt>
    <dgm:pt modelId="{8EA6BE9A-99D0-4E8D-BB93-C262E90C3F9F}" type="pres">
      <dgm:prSet presAssocID="{63248B2B-8334-471D-B5AE-4F41FCA06C24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Open Folder"/>
        </a:ext>
      </dgm:extLst>
    </dgm:pt>
    <dgm:pt modelId="{22220CCB-DA58-41F3-B4E0-AE9644201296}" type="pres">
      <dgm:prSet presAssocID="{63248B2B-8334-471D-B5AE-4F41FCA06C24}" presName="spaceRect" presStyleCnt="0"/>
      <dgm:spPr/>
    </dgm:pt>
    <dgm:pt modelId="{0B4823C5-1FB2-4FC7-9469-0AEA0075CF5C}" type="pres">
      <dgm:prSet presAssocID="{63248B2B-8334-471D-B5AE-4F41FCA06C24}" presName="textRect" presStyleLbl="revTx" presStyleIdx="0" presStyleCnt="4">
        <dgm:presLayoutVars>
          <dgm:chMax val="1"/>
          <dgm:chPref val="1"/>
        </dgm:presLayoutVars>
      </dgm:prSet>
      <dgm:spPr/>
    </dgm:pt>
    <dgm:pt modelId="{A7A87D54-28F9-4F24-B6A8-521A7FE8F8EB}" type="pres">
      <dgm:prSet presAssocID="{34A52D95-971B-4BE8-B7BA-749771DF6C63}" presName="sibTrans" presStyleCnt="0"/>
      <dgm:spPr/>
    </dgm:pt>
    <dgm:pt modelId="{5322FC86-6870-4AEE-BA70-0BC92D21A934}" type="pres">
      <dgm:prSet presAssocID="{7B8235D1-98C7-4B7B-8055-5D5090603FE3}" presName="compNode" presStyleCnt="0"/>
      <dgm:spPr/>
    </dgm:pt>
    <dgm:pt modelId="{2F1E2920-975C-4087-A276-84B678E52E34}" type="pres">
      <dgm:prSet presAssocID="{7B8235D1-98C7-4B7B-8055-5D5090603FE3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נואם"/>
        </a:ext>
      </dgm:extLst>
    </dgm:pt>
    <dgm:pt modelId="{2D9960B7-C821-421F-8F32-B55A8A155BDA}" type="pres">
      <dgm:prSet presAssocID="{7B8235D1-98C7-4B7B-8055-5D5090603FE3}" presName="spaceRect" presStyleCnt="0"/>
      <dgm:spPr/>
    </dgm:pt>
    <dgm:pt modelId="{CDB09257-2E3C-4D45-90FA-331467C0FA69}" type="pres">
      <dgm:prSet presAssocID="{7B8235D1-98C7-4B7B-8055-5D5090603FE3}" presName="textRect" presStyleLbl="revTx" presStyleIdx="1" presStyleCnt="4">
        <dgm:presLayoutVars>
          <dgm:chMax val="1"/>
          <dgm:chPref val="1"/>
        </dgm:presLayoutVars>
      </dgm:prSet>
      <dgm:spPr/>
    </dgm:pt>
    <dgm:pt modelId="{CFB33D76-F7E3-4E0F-B7C8-2A08C549D4C3}" type="pres">
      <dgm:prSet presAssocID="{21E00A29-99FD-476C-8A8B-52C521238E02}" presName="sibTrans" presStyleCnt="0"/>
      <dgm:spPr/>
    </dgm:pt>
    <dgm:pt modelId="{34B1CACD-46B5-49DF-B34E-FD4096900D1A}" type="pres">
      <dgm:prSet presAssocID="{4BDAF008-EEC7-4D06-B134-3C215A23F61D}" presName="compNode" presStyleCnt="0"/>
      <dgm:spPr/>
    </dgm:pt>
    <dgm:pt modelId="{D44423E5-A699-48BC-AB1F-C04F8DF47889}" type="pres">
      <dgm:prSet presAssocID="{4BDAF008-EEC7-4D06-B134-3C215A23F61D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סימן ביקורת"/>
        </a:ext>
      </dgm:extLst>
    </dgm:pt>
    <dgm:pt modelId="{2331B78F-251F-4910-8D64-AD24C110AA3F}" type="pres">
      <dgm:prSet presAssocID="{4BDAF008-EEC7-4D06-B134-3C215A23F61D}" presName="spaceRect" presStyleCnt="0"/>
      <dgm:spPr/>
    </dgm:pt>
    <dgm:pt modelId="{38F86D21-9D31-41EB-8BBA-BCC5B2E0F87F}" type="pres">
      <dgm:prSet presAssocID="{4BDAF008-EEC7-4D06-B134-3C215A23F61D}" presName="textRect" presStyleLbl="revTx" presStyleIdx="2" presStyleCnt="4">
        <dgm:presLayoutVars>
          <dgm:chMax val="1"/>
          <dgm:chPref val="1"/>
        </dgm:presLayoutVars>
      </dgm:prSet>
      <dgm:spPr/>
    </dgm:pt>
    <dgm:pt modelId="{7F6784BC-E185-4676-A907-C257F1516158}" type="pres">
      <dgm:prSet presAssocID="{D011428C-AF34-4591-BBE4-DE56711236DC}" presName="sibTrans" presStyleCnt="0"/>
      <dgm:spPr/>
    </dgm:pt>
    <dgm:pt modelId="{12D4F969-0CFE-4C1F-86F0-65BA29F7ADBA}" type="pres">
      <dgm:prSet presAssocID="{1A3F2B38-88DE-42DC-B2A3-745AFBADE0C3}" presName="compNode" presStyleCnt="0"/>
      <dgm:spPr/>
    </dgm:pt>
    <dgm:pt modelId="{F6C4B081-6CDC-4B15-A02C-038B245692DA}" type="pres">
      <dgm:prSet presAssocID="{1A3F2B38-88DE-42DC-B2A3-745AFBADE0C3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ar chart"/>
        </a:ext>
      </dgm:extLst>
    </dgm:pt>
    <dgm:pt modelId="{69F0D5AE-C6BC-4787-B57E-E88D88D2C3FF}" type="pres">
      <dgm:prSet presAssocID="{1A3F2B38-88DE-42DC-B2A3-745AFBADE0C3}" presName="spaceRect" presStyleCnt="0"/>
      <dgm:spPr/>
    </dgm:pt>
    <dgm:pt modelId="{10BF4C94-8125-46D6-9CDA-4C48FB2D3D5E}" type="pres">
      <dgm:prSet presAssocID="{1A3F2B38-88DE-42DC-B2A3-745AFBADE0C3}" presName="textRect" presStyleLbl="revTx" presStyleIdx="3" presStyleCnt="4">
        <dgm:presLayoutVars>
          <dgm:chMax val="1"/>
          <dgm:chPref val="1"/>
        </dgm:presLayoutVars>
      </dgm:prSet>
      <dgm:spPr/>
    </dgm:pt>
  </dgm:ptLst>
  <dgm:cxnLst>
    <dgm:cxn modelId="{1A822C0F-92D7-4B9E-AC0C-E9C9E6938B8A}" srcId="{67FFA557-9450-4672-9D97-E428B280368A}" destId="{4BDAF008-EEC7-4D06-B134-3C215A23F61D}" srcOrd="2" destOrd="0" parTransId="{BB26622D-1306-4519-B524-9DAA85667060}" sibTransId="{D011428C-AF34-4591-BBE4-DE56711236DC}"/>
    <dgm:cxn modelId="{6A546E22-185A-4601-B5E2-0078C4F7E2CE}" type="presOf" srcId="{67FFA557-9450-4672-9D97-E428B280368A}" destId="{0E36008D-0A31-4DD8-8FF5-C008E8C8EF20}" srcOrd="0" destOrd="0" presId="urn:microsoft.com/office/officeart/2018/2/layout/IconLabelList"/>
    <dgm:cxn modelId="{728E3B46-2010-4902-88D8-E7BD297B3ED5}" type="presOf" srcId="{63248B2B-8334-471D-B5AE-4F41FCA06C24}" destId="{0B4823C5-1FB2-4FC7-9469-0AEA0075CF5C}" srcOrd="0" destOrd="0" presId="urn:microsoft.com/office/officeart/2018/2/layout/IconLabelList"/>
    <dgm:cxn modelId="{70EAA64A-FC04-478D-81F8-0E3D96067591}" srcId="{67FFA557-9450-4672-9D97-E428B280368A}" destId="{63248B2B-8334-471D-B5AE-4F41FCA06C24}" srcOrd="0" destOrd="0" parTransId="{29B58E07-14A6-47EF-A105-2B52B9A3E14A}" sibTransId="{34A52D95-971B-4BE8-B7BA-749771DF6C63}"/>
    <dgm:cxn modelId="{B3D2A68A-F47B-4BDE-9C53-AB3E16178419}" type="presOf" srcId="{4BDAF008-EEC7-4D06-B134-3C215A23F61D}" destId="{38F86D21-9D31-41EB-8BBA-BCC5B2E0F87F}" srcOrd="0" destOrd="0" presId="urn:microsoft.com/office/officeart/2018/2/layout/IconLabelList"/>
    <dgm:cxn modelId="{5E60FAA2-8F07-4514-9B10-75B6CDC539F0}" srcId="{67FFA557-9450-4672-9D97-E428B280368A}" destId="{7B8235D1-98C7-4B7B-8055-5D5090603FE3}" srcOrd="1" destOrd="0" parTransId="{56551390-BDB0-4C4B-AD8B-83749C8A70F9}" sibTransId="{21E00A29-99FD-476C-8A8B-52C521238E02}"/>
    <dgm:cxn modelId="{C19E88C6-62C6-4EAC-94A5-666D5B977923}" type="presOf" srcId="{1A3F2B38-88DE-42DC-B2A3-745AFBADE0C3}" destId="{10BF4C94-8125-46D6-9CDA-4C48FB2D3D5E}" srcOrd="0" destOrd="0" presId="urn:microsoft.com/office/officeart/2018/2/layout/IconLabelList"/>
    <dgm:cxn modelId="{A5CEF7E8-D91A-45A3-A7B5-867667BDB26D}" type="presOf" srcId="{7B8235D1-98C7-4B7B-8055-5D5090603FE3}" destId="{CDB09257-2E3C-4D45-90FA-331467C0FA69}" srcOrd="0" destOrd="0" presId="urn:microsoft.com/office/officeart/2018/2/layout/IconLabelList"/>
    <dgm:cxn modelId="{21AED6FF-8B50-4606-A066-07B504B67094}" srcId="{67FFA557-9450-4672-9D97-E428B280368A}" destId="{1A3F2B38-88DE-42DC-B2A3-745AFBADE0C3}" srcOrd="3" destOrd="0" parTransId="{CE168DE2-5708-4C3F-A593-DBF5E14D802B}" sibTransId="{D62171A9-F90F-44E3-877F-D7121AC30846}"/>
    <dgm:cxn modelId="{3B368D6C-27E2-4D11-B13C-3D6753362E05}" type="presParOf" srcId="{0E36008D-0A31-4DD8-8FF5-C008E8C8EF20}" destId="{5F189F19-0F63-46DA-9481-CD7D9D24A523}" srcOrd="0" destOrd="0" presId="urn:microsoft.com/office/officeart/2018/2/layout/IconLabelList"/>
    <dgm:cxn modelId="{CB8A25E3-818A-4C37-BCDB-37B618325986}" type="presParOf" srcId="{5F189F19-0F63-46DA-9481-CD7D9D24A523}" destId="{8EA6BE9A-99D0-4E8D-BB93-C262E90C3F9F}" srcOrd="0" destOrd="0" presId="urn:microsoft.com/office/officeart/2018/2/layout/IconLabelList"/>
    <dgm:cxn modelId="{772E346E-B099-45DA-BAC1-578EE2638504}" type="presParOf" srcId="{5F189F19-0F63-46DA-9481-CD7D9D24A523}" destId="{22220CCB-DA58-41F3-B4E0-AE9644201296}" srcOrd="1" destOrd="0" presId="urn:microsoft.com/office/officeart/2018/2/layout/IconLabelList"/>
    <dgm:cxn modelId="{4915BEAD-6115-429C-9CFB-13A99B1F2A82}" type="presParOf" srcId="{5F189F19-0F63-46DA-9481-CD7D9D24A523}" destId="{0B4823C5-1FB2-4FC7-9469-0AEA0075CF5C}" srcOrd="2" destOrd="0" presId="urn:microsoft.com/office/officeart/2018/2/layout/IconLabelList"/>
    <dgm:cxn modelId="{46E95407-CB64-4422-9320-FCB2317FCB8D}" type="presParOf" srcId="{0E36008D-0A31-4DD8-8FF5-C008E8C8EF20}" destId="{A7A87D54-28F9-4F24-B6A8-521A7FE8F8EB}" srcOrd="1" destOrd="0" presId="urn:microsoft.com/office/officeart/2018/2/layout/IconLabelList"/>
    <dgm:cxn modelId="{458EDBA2-B45C-4A00-BA95-EDAD2F7119C1}" type="presParOf" srcId="{0E36008D-0A31-4DD8-8FF5-C008E8C8EF20}" destId="{5322FC86-6870-4AEE-BA70-0BC92D21A934}" srcOrd="2" destOrd="0" presId="urn:microsoft.com/office/officeart/2018/2/layout/IconLabelList"/>
    <dgm:cxn modelId="{1FCF6A4E-40C0-479A-8752-BA254BE71488}" type="presParOf" srcId="{5322FC86-6870-4AEE-BA70-0BC92D21A934}" destId="{2F1E2920-975C-4087-A276-84B678E52E34}" srcOrd="0" destOrd="0" presId="urn:microsoft.com/office/officeart/2018/2/layout/IconLabelList"/>
    <dgm:cxn modelId="{403FDACB-A053-474E-8A64-9C9D9AF5282C}" type="presParOf" srcId="{5322FC86-6870-4AEE-BA70-0BC92D21A934}" destId="{2D9960B7-C821-421F-8F32-B55A8A155BDA}" srcOrd="1" destOrd="0" presId="urn:microsoft.com/office/officeart/2018/2/layout/IconLabelList"/>
    <dgm:cxn modelId="{8A763BA5-32F8-4DC5-81A4-115000FEF1CA}" type="presParOf" srcId="{5322FC86-6870-4AEE-BA70-0BC92D21A934}" destId="{CDB09257-2E3C-4D45-90FA-331467C0FA69}" srcOrd="2" destOrd="0" presId="urn:microsoft.com/office/officeart/2018/2/layout/IconLabelList"/>
    <dgm:cxn modelId="{16F285C9-D19D-4713-9A50-29A7F7C695AA}" type="presParOf" srcId="{0E36008D-0A31-4DD8-8FF5-C008E8C8EF20}" destId="{CFB33D76-F7E3-4E0F-B7C8-2A08C549D4C3}" srcOrd="3" destOrd="0" presId="urn:microsoft.com/office/officeart/2018/2/layout/IconLabelList"/>
    <dgm:cxn modelId="{8FB7EBEE-C75F-4B76-BB17-EDE802067E15}" type="presParOf" srcId="{0E36008D-0A31-4DD8-8FF5-C008E8C8EF20}" destId="{34B1CACD-46B5-49DF-B34E-FD4096900D1A}" srcOrd="4" destOrd="0" presId="urn:microsoft.com/office/officeart/2018/2/layout/IconLabelList"/>
    <dgm:cxn modelId="{E9EEFC9C-723A-4F0B-827C-E87E66E1A60A}" type="presParOf" srcId="{34B1CACD-46B5-49DF-B34E-FD4096900D1A}" destId="{D44423E5-A699-48BC-AB1F-C04F8DF47889}" srcOrd="0" destOrd="0" presId="urn:microsoft.com/office/officeart/2018/2/layout/IconLabelList"/>
    <dgm:cxn modelId="{405926B2-6C28-4D45-999E-46ABC258E304}" type="presParOf" srcId="{34B1CACD-46B5-49DF-B34E-FD4096900D1A}" destId="{2331B78F-251F-4910-8D64-AD24C110AA3F}" srcOrd="1" destOrd="0" presId="urn:microsoft.com/office/officeart/2018/2/layout/IconLabelList"/>
    <dgm:cxn modelId="{E709E1FB-07AA-4FA3-B71E-BAC598D404A7}" type="presParOf" srcId="{34B1CACD-46B5-49DF-B34E-FD4096900D1A}" destId="{38F86D21-9D31-41EB-8BBA-BCC5B2E0F87F}" srcOrd="2" destOrd="0" presId="urn:microsoft.com/office/officeart/2018/2/layout/IconLabelList"/>
    <dgm:cxn modelId="{171C25F1-BBBF-43F2-B749-9490319147E8}" type="presParOf" srcId="{0E36008D-0A31-4DD8-8FF5-C008E8C8EF20}" destId="{7F6784BC-E185-4676-A907-C257F1516158}" srcOrd="5" destOrd="0" presId="urn:microsoft.com/office/officeart/2018/2/layout/IconLabelList"/>
    <dgm:cxn modelId="{0EDACC45-BAF5-4C1E-8232-FE7BB411FB31}" type="presParOf" srcId="{0E36008D-0A31-4DD8-8FF5-C008E8C8EF20}" destId="{12D4F969-0CFE-4C1F-86F0-65BA29F7ADBA}" srcOrd="6" destOrd="0" presId="urn:microsoft.com/office/officeart/2018/2/layout/IconLabelList"/>
    <dgm:cxn modelId="{D85B8EFE-FCD6-4E81-BFF2-1B0F53BB0ADE}" type="presParOf" srcId="{12D4F969-0CFE-4C1F-86F0-65BA29F7ADBA}" destId="{F6C4B081-6CDC-4B15-A02C-038B245692DA}" srcOrd="0" destOrd="0" presId="urn:microsoft.com/office/officeart/2018/2/layout/IconLabelList"/>
    <dgm:cxn modelId="{E178A40D-024D-4D9A-A0D0-78099BFDD0CD}" type="presParOf" srcId="{12D4F969-0CFE-4C1F-86F0-65BA29F7ADBA}" destId="{69F0D5AE-C6BC-4787-B57E-E88D88D2C3FF}" srcOrd="1" destOrd="0" presId="urn:microsoft.com/office/officeart/2018/2/layout/IconLabelList"/>
    <dgm:cxn modelId="{C88CADC9-EA54-476F-BC0B-8F76656B990E}" type="presParOf" srcId="{12D4F969-0CFE-4C1F-86F0-65BA29F7ADBA}" destId="{10BF4C94-8125-46D6-9CDA-4C48FB2D3D5E}" srcOrd="2" destOrd="0" presId="urn:microsoft.com/office/officeart/2018/2/layout/IconLabel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7.xml><?xml version="1.0" encoding="utf-8"?>
<dgm:dataModel xmlns:dgm="http://schemas.openxmlformats.org/drawingml/2006/diagram" xmlns:a="http://schemas.openxmlformats.org/drawingml/2006/main">
  <dgm:ptLst>
    <dgm:pt modelId="{4BE3592E-8AC1-466C-8848-FD72071374AF}" type="doc">
      <dgm:prSet loTypeId="urn:microsoft.com/office/officeart/2005/8/layout/hierarchy3" loCatId="hierarchy" qsTypeId="urn:microsoft.com/office/officeart/2005/8/quickstyle/simple1" qsCatId="simple" csTypeId="urn:microsoft.com/office/officeart/2005/8/colors/colorful5" csCatId="colorful"/>
      <dgm:spPr/>
      <dgm:t>
        <a:bodyPr/>
        <a:lstStyle/>
        <a:p>
          <a:endParaRPr lang="en-US"/>
        </a:p>
      </dgm:t>
    </dgm:pt>
    <dgm:pt modelId="{5DA98D5C-8F0D-4C9A-8E08-807953D75AEB}">
      <dgm:prSet/>
      <dgm:spPr/>
      <dgm:t>
        <a:bodyPr/>
        <a:lstStyle/>
        <a:p>
          <a:r>
            <a:rPr lang="he-IL" err="1"/>
            <a:t>Functional</a:t>
          </a:r>
          <a:r>
            <a:rPr lang="he-IL"/>
            <a:t> </a:t>
          </a:r>
          <a:r>
            <a:rPr lang="he-IL" err="1"/>
            <a:t>tests</a:t>
          </a:r>
          <a:endParaRPr lang="en-US"/>
        </a:p>
      </dgm:t>
    </dgm:pt>
    <dgm:pt modelId="{2E2D92DE-F579-4C47-80B8-536BD8D48503}" type="parTrans" cxnId="{4CA48FDB-247C-49F7-8B09-D7C86B7F3B5F}">
      <dgm:prSet/>
      <dgm:spPr/>
      <dgm:t>
        <a:bodyPr/>
        <a:lstStyle/>
        <a:p>
          <a:endParaRPr lang="en-US"/>
        </a:p>
      </dgm:t>
    </dgm:pt>
    <dgm:pt modelId="{86721A37-B680-435B-ABBD-57DB1F02F817}" type="sibTrans" cxnId="{4CA48FDB-247C-49F7-8B09-D7C86B7F3B5F}">
      <dgm:prSet/>
      <dgm:spPr/>
      <dgm:t>
        <a:bodyPr/>
        <a:lstStyle/>
        <a:p>
          <a:endParaRPr lang="en-US"/>
        </a:p>
      </dgm:t>
    </dgm:pt>
    <dgm:pt modelId="{705945FE-515D-43C2-8A4D-F4D349018E31}">
      <dgm:prSet/>
      <dgm:spPr/>
      <dgm:t>
        <a:bodyPr/>
        <a:lstStyle/>
        <a:p>
          <a:r>
            <a:rPr lang="he-IL"/>
            <a:t>Constraint validation</a:t>
          </a:r>
          <a:endParaRPr lang="en-US"/>
        </a:p>
      </dgm:t>
    </dgm:pt>
    <dgm:pt modelId="{98B110FE-3094-486C-92C6-C26635BE017B}" type="parTrans" cxnId="{B727E99A-FF52-4819-B7FF-C29564316C93}">
      <dgm:prSet/>
      <dgm:spPr/>
      <dgm:t>
        <a:bodyPr/>
        <a:lstStyle/>
        <a:p>
          <a:endParaRPr lang="en-US"/>
        </a:p>
      </dgm:t>
    </dgm:pt>
    <dgm:pt modelId="{47208E68-B280-46DF-81BF-286B92D1D7AA}" type="sibTrans" cxnId="{B727E99A-FF52-4819-B7FF-C29564316C93}">
      <dgm:prSet/>
      <dgm:spPr/>
      <dgm:t>
        <a:bodyPr/>
        <a:lstStyle/>
        <a:p>
          <a:endParaRPr lang="en-US"/>
        </a:p>
      </dgm:t>
    </dgm:pt>
    <dgm:pt modelId="{479A77F8-5635-4955-8BB1-8305DAE36219}">
      <dgm:prSet/>
      <dgm:spPr/>
      <dgm:t>
        <a:bodyPr/>
        <a:lstStyle/>
        <a:p>
          <a:r>
            <a:rPr lang="he-IL"/>
            <a:t>Usability testing (SUS questionnaire)</a:t>
          </a:r>
          <a:endParaRPr lang="en-US"/>
        </a:p>
      </dgm:t>
    </dgm:pt>
    <dgm:pt modelId="{D77670E0-D2DA-4B10-BE0F-C4FA98699A9F}" type="parTrans" cxnId="{BDFB03F7-3171-489F-85DD-55DDDEC39397}">
      <dgm:prSet/>
      <dgm:spPr/>
      <dgm:t>
        <a:bodyPr/>
        <a:lstStyle/>
        <a:p>
          <a:endParaRPr lang="en-US"/>
        </a:p>
      </dgm:t>
    </dgm:pt>
    <dgm:pt modelId="{F9EEF5BE-FC78-42D3-B6D9-94ABC9D8AD00}" type="sibTrans" cxnId="{BDFB03F7-3171-489F-85DD-55DDDEC39397}">
      <dgm:prSet/>
      <dgm:spPr/>
      <dgm:t>
        <a:bodyPr/>
        <a:lstStyle/>
        <a:p>
          <a:endParaRPr lang="en-US"/>
        </a:p>
      </dgm:t>
    </dgm:pt>
    <dgm:pt modelId="{89EC95B3-4078-4A56-A7B3-8BB6F6868FFF}" type="pres">
      <dgm:prSet presAssocID="{4BE3592E-8AC1-466C-8848-FD72071374AF}" presName="diagram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CC62F0FA-F91B-401B-9D37-4A23D7C4CF51}" type="pres">
      <dgm:prSet presAssocID="{5DA98D5C-8F0D-4C9A-8E08-807953D75AEB}" presName="root" presStyleCnt="0"/>
      <dgm:spPr/>
    </dgm:pt>
    <dgm:pt modelId="{2098A772-A652-4B29-89D0-CAAC7A296400}" type="pres">
      <dgm:prSet presAssocID="{5DA98D5C-8F0D-4C9A-8E08-807953D75AEB}" presName="rootComposite" presStyleCnt="0"/>
      <dgm:spPr/>
    </dgm:pt>
    <dgm:pt modelId="{5B309761-4078-4D03-8627-133703DF08E9}" type="pres">
      <dgm:prSet presAssocID="{5DA98D5C-8F0D-4C9A-8E08-807953D75AEB}" presName="rootText" presStyleLbl="node1" presStyleIdx="0" presStyleCnt="3"/>
      <dgm:spPr/>
    </dgm:pt>
    <dgm:pt modelId="{F1885BB7-7FA1-425B-B1AD-DD8B43EF4132}" type="pres">
      <dgm:prSet presAssocID="{5DA98D5C-8F0D-4C9A-8E08-807953D75AEB}" presName="rootConnector" presStyleLbl="node1" presStyleIdx="0" presStyleCnt="3"/>
      <dgm:spPr/>
    </dgm:pt>
    <dgm:pt modelId="{B141845B-CA38-474D-9E20-9225DBCDCA64}" type="pres">
      <dgm:prSet presAssocID="{5DA98D5C-8F0D-4C9A-8E08-807953D75AEB}" presName="childShape" presStyleCnt="0"/>
      <dgm:spPr/>
    </dgm:pt>
    <dgm:pt modelId="{B9FE0DDF-B3C8-4DBC-849F-B281615F77E6}" type="pres">
      <dgm:prSet presAssocID="{705945FE-515D-43C2-8A4D-F4D349018E31}" presName="root" presStyleCnt="0"/>
      <dgm:spPr/>
    </dgm:pt>
    <dgm:pt modelId="{2DFF8358-90B6-4E9C-863A-734944CA39D6}" type="pres">
      <dgm:prSet presAssocID="{705945FE-515D-43C2-8A4D-F4D349018E31}" presName="rootComposite" presStyleCnt="0"/>
      <dgm:spPr/>
    </dgm:pt>
    <dgm:pt modelId="{911286CC-AB85-4FCE-BCF7-1035D9DB1722}" type="pres">
      <dgm:prSet presAssocID="{705945FE-515D-43C2-8A4D-F4D349018E31}" presName="rootText" presStyleLbl="node1" presStyleIdx="1" presStyleCnt="3"/>
      <dgm:spPr/>
    </dgm:pt>
    <dgm:pt modelId="{BE3BCF8A-5F5A-49A9-A244-DF7012D8559B}" type="pres">
      <dgm:prSet presAssocID="{705945FE-515D-43C2-8A4D-F4D349018E31}" presName="rootConnector" presStyleLbl="node1" presStyleIdx="1" presStyleCnt="3"/>
      <dgm:spPr/>
    </dgm:pt>
    <dgm:pt modelId="{E89783FE-01ED-4368-AF36-91CE2690F848}" type="pres">
      <dgm:prSet presAssocID="{705945FE-515D-43C2-8A4D-F4D349018E31}" presName="childShape" presStyleCnt="0"/>
      <dgm:spPr/>
    </dgm:pt>
    <dgm:pt modelId="{63737976-0623-4505-8FA6-E6D44FE70804}" type="pres">
      <dgm:prSet presAssocID="{479A77F8-5635-4955-8BB1-8305DAE36219}" presName="root" presStyleCnt="0"/>
      <dgm:spPr/>
    </dgm:pt>
    <dgm:pt modelId="{F2AE3CB3-3CE3-4CAD-BF41-6FAD41D05E71}" type="pres">
      <dgm:prSet presAssocID="{479A77F8-5635-4955-8BB1-8305DAE36219}" presName="rootComposite" presStyleCnt="0"/>
      <dgm:spPr/>
    </dgm:pt>
    <dgm:pt modelId="{4C31F89D-54BA-42A9-8C5F-02AFBA50315E}" type="pres">
      <dgm:prSet presAssocID="{479A77F8-5635-4955-8BB1-8305DAE36219}" presName="rootText" presStyleLbl="node1" presStyleIdx="2" presStyleCnt="3"/>
      <dgm:spPr/>
    </dgm:pt>
    <dgm:pt modelId="{FDB7A436-7C77-4A77-A92D-AD6A26B596A5}" type="pres">
      <dgm:prSet presAssocID="{479A77F8-5635-4955-8BB1-8305DAE36219}" presName="rootConnector" presStyleLbl="node1" presStyleIdx="2" presStyleCnt="3"/>
      <dgm:spPr/>
    </dgm:pt>
    <dgm:pt modelId="{42BD84C9-809B-412E-BC14-A6578B9B5065}" type="pres">
      <dgm:prSet presAssocID="{479A77F8-5635-4955-8BB1-8305DAE36219}" presName="childShape" presStyleCnt="0"/>
      <dgm:spPr/>
    </dgm:pt>
  </dgm:ptLst>
  <dgm:cxnLst>
    <dgm:cxn modelId="{EB593E21-9D69-4220-97C1-A277EE34E7F2}" type="presOf" srcId="{4BE3592E-8AC1-466C-8848-FD72071374AF}" destId="{89EC95B3-4078-4A56-A7B3-8BB6F6868FFF}" srcOrd="0" destOrd="0" presId="urn:microsoft.com/office/officeart/2005/8/layout/hierarchy3"/>
    <dgm:cxn modelId="{BF519778-D71B-4265-A6D4-8275F591EA2E}" type="presOf" srcId="{5DA98D5C-8F0D-4C9A-8E08-807953D75AEB}" destId="{F1885BB7-7FA1-425B-B1AD-DD8B43EF4132}" srcOrd="1" destOrd="0" presId="urn:microsoft.com/office/officeart/2005/8/layout/hierarchy3"/>
    <dgm:cxn modelId="{B727E99A-FF52-4819-B7FF-C29564316C93}" srcId="{4BE3592E-8AC1-466C-8848-FD72071374AF}" destId="{705945FE-515D-43C2-8A4D-F4D349018E31}" srcOrd="1" destOrd="0" parTransId="{98B110FE-3094-486C-92C6-C26635BE017B}" sibTransId="{47208E68-B280-46DF-81BF-286B92D1D7AA}"/>
    <dgm:cxn modelId="{A870519E-F34A-4FA7-A037-7CC6E473199B}" type="presOf" srcId="{479A77F8-5635-4955-8BB1-8305DAE36219}" destId="{FDB7A436-7C77-4A77-A92D-AD6A26B596A5}" srcOrd="1" destOrd="0" presId="urn:microsoft.com/office/officeart/2005/8/layout/hierarchy3"/>
    <dgm:cxn modelId="{4D05B2A9-1108-40E4-9ED2-B38274D42F52}" type="presOf" srcId="{705945FE-515D-43C2-8A4D-F4D349018E31}" destId="{BE3BCF8A-5F5A-49A9-A244-DF7012D8559B}" srcOrd="1" destOrd="0" presId="urn:microsoft.com/office/officeart/2005/8/layout/hierarchy3"/>
    <dgm:cxn modelId="{ABA703D1-AF76-4E11-A531-16D67BE9E806}" type="presOf" srcId="{5DA98D5C-8F0D-4C9A-8E08-807953D75AEB}" destId="{5B309761-4078-4D03-8627-133703DF08E9}" srcOrd="0" destOrd="0" presId="urn:microsoft.com/office/officeart/2005/8/layout/hierarchy3"/>
    <dgm:cxn modelId="{A0FD64D1-2BF4-4C49-8DC8-94F932FA6AFF}" type="presOf" srcId="{479A77F8-5635-4955-8BB1-8305DAE36219}" destId="{4C31F89D-54BA-42A9-8C5F-02AFBA50315E}" srcOrd="0" destOrd="0" presId="urn:microsoft.com/office/officeart/2005/8/layout/hierarchy3"/>
    <dgm:cxn modelId="{B32485DB-29EC-4F75-8584-1D48CCD867F5}" type="presOf" srcId="{705945FE-515D-43C2-8A4D-F4D349018E31}" destId="{911286CC-AB85-4FCE-BCF7-1035D9DB1722}" srcOrd="0" destOrd="0" presId="urn:microsoft.com/office/officeart/2005/8/layout/hierarchy3"/>
    <dgm:cxn modelId="{4CA48FDB-247C-49F7-8B09-D7C86B7F3B5F}" srcId="{4BE3592E-8AC1-466C-8848-FD72071374AF}" destId="{5DA98D5C-8F0D-4C9A-8E08-807953D75AEB}" srcOrd="0" destOrd="0" parTransId="{2E2D92DE-F579-4C47-80B8-536BD8D48503}" sibTransId="{86721A37-B680-435B-ABBD-57DB1F02F817}"/>
    <dgm:cxn modelId="{BDFB03F7-3171-489F-85DD-55DDDEC39397}" srcId="{4BE3592E-8AC1-466C-8848-FD72071374AF}" destId="{479A77F8-5635-4955-8BB1-8305DAE36219}" srcOrd="2" destOrd="0" parTransId="{D77670E0-D2DA-4B10-BE0F-C4FA98699A9F}" sibTransId="{F9EEF5BE-FC78-42D3-B6D9-94ABC9D8AD00}"/>
    <dgm:cxn modelId="{16B36676-E384-4862-A495-C07FD97F0407}" type="presParOf" srcId="{89EC95B3-4078-4A56-A7B3-8BB6F6868FFF}" destId="{CC62F0FA-F91B-401B-9D37-4A23D7C4CF51}" srcOrd="0" destOrd="0" presId="urn:microsoft.com/office/officeart/2005/8/layout/hierarchy3"/>
    <dgm:cxn modelId="{C9B6354C-321A-457B-BCEA-43FC56EA70FE}" type="presParOf" srcId="{CC62F0FA-F91B-401B-9D37-4A23D7C4CF51}" destId="{2098A772-A652-4B29-89D0-CAAC7A296400}" srcOrd="0" destOrd="0" presId="urn:microsoft.com/office/officeart/2005/8/layout/hierarchy3"/>
    <dgm:cxn modelId="{AE75BE23-31B1-4D82-947F-D8CB2C1ADBAC}" type="presParOf" srcId="{2098A772-A652-4B29-89D0-CAAC7A296400}" destId="{5B309761-4078-4D03-8627-133703DF08E9}" srcOrd="0" destOrd="0" presId="urn:microsoft.com/office/officeart/2005/8/layout/hierarchy3"/>
    <dgm:cxn modelId="{EBF3C7FA-5419-4895-A54A-EFA74B48FC45}" type="presParOf" srcId="{2098A772-A652-4B29-89D0-CAAC7A296400}" destId="{F1885BB7-7FA1-425B-B1AD-DD8B43EF4132}" srcOrd="1" destOrd="0" presId="urn:microsoft.com/office/officeart/2005/8/layout/hierarchy3"/>
    <dgm:cxn modelId="{419E3EBD-594D-487D-B0AD-8F7DBBDD53E3}" type="presParOf" srcId="{CC62F0FA-F91B-401B-9D37-4A23D7C4CF51}" destId="{B141845B-CA38-474D-9E20-9225DBCDCA64}" srcOrd="1" destOrd="0" presId="urn:microsoft.com/office/officeart/2005/8/layout/hierarchy3"/>
    <dgm:cxn modelId="{DA3FEB67-DB89-4DC8-BFFF-7D42F60C0C7E}" type="presParOf" srcId="{89EC95B3-4078-4A56-A7B3-8BB6F6868FFF}" destId="{B9FE0DDF-B3C8-4DBC-849F-B281615F77E6}" srcOrd="1" destOrd="0" presId="urn:microsoft.com/office/officeart/2005/8/layout/hierarchy3"/>
    <dgm:cxn modelId="{01542BAD-5724-4DDD-92C2-08A2987F9916}" type="presParOf" srcId="{B9FE0DDF-B3C8-4DBC-849F-B281615F77E6}" destId="{2DFF8358-90B6-4E9C-863A-734944CA39D6}" srcOrd="0" destOrd="0" presId="urn:microsoft.com/office/officeart/2005/8/layout/hierarchy3"/>
    <dgm:cxn modelId="{98D26AA2-740C-452B-BE07-A2AFFD540EEB}" type="presParOf" srcId="{2DFF8358-90B6-4E9C-863A-734944CA39D6}" destId="{911286CC-AB85-4FCE-BCF7-1035D9DB1722}" srcOrd="0" destOrd="0" presId="urn:microsoft.com/office/officeart/2005/8/layout/hierarchy3"/>
    <dgm:cxn modelId="{5F848144-54DC-4EEB-BA23-55B2E4A0F98F}" type="presParOf" srcId="{2DFF8358-90B6-4E9C-863A-734944CA39D6}" destId="{BE3BCF8A-5F5A-49A9-A244-DF7012D8559B}" srcOrd="1" destOrd="0" presId="urn:microsoft.com/office/officeart/2005/8/layout/hierarchy3"/>
    <dgm:cxn modelId="{6DAC9586-BD19-459C-87A6-62E297B4F89B}" type="presParOf" srcId="{B9FE0DDF-B3C8-4DBC-849F-B281615F77E6}" destId="{E89783FE-01ED-4368-AF36-91CE2690F848}" srcOrd="1" destOrd="0" presId="urn:microsoft.com/office/officeart/2005/8/layout/hierarchy3"/>
    <dgm:cxn modelId="{A885B2F2-9347-4B3D-B913-9DDEABE3028F}" type="presParOf" srcId="{89EC95B3-4078-4A56-A7B3-8BB6F6868FFF}" destId="{63737976-0623-4505-8FA6-E6D44FE70804}" srcOrd="2" destOrd="0" presId="urn:microsoft.com/office/officeart/2005/8/layout/hierarchy3"/>
    <dgm:cxn modelId="{FEC9935B-8A95-4091-B501-E92FF1A5FB12}" type="presParOf" srcId="{63737976-0623-4505-8FA6-E6D44FE70804}" destId="{F2AE3CB3-3CE3-4CAD-BF41-6FAD41D05E71}" srcOrd="0" destOrd="0" presId="urn:microsoft.com/office/officeart/2005/8/layout/hierarchy3"/>
    <dgm:cxn modelId="{62921EEC-5569-4E1A-B03E-96FF5E554960}" type="presParOf" srcId="{F2AE3CB3-3CE3-4CAD-BF41-6FAD41D05E71}" destId="{4C31F89D-54BA-42A9-8C5F-02AFBA50315E}" srcOrd="0" destOrd="0" presId="urn:microsoft.com/office/officeart/2005/8/layout/hierarchy3"/>
    <dgm:cxn modelId="{6A8C98F3-4D6A-47BC-975A-7360B32B648F}" type="presParOf" srcId="{F2AE3CB3-3CE3-4CAD-BF41-6FAD41D05E71}" destId="{FDB7A436-7C77-4A77-A92D-AD6A26B596A5}" srcOrd="1" destOrd="0" presId="urn:microsoft.com/office/officeart/2005/8/layout/hierarchy3"/>
    <dgm:cxn modelId="{64F85D6A-FF0F-43DD-89B8-BA1A34EAD03D}" type="presParOf" srcId="{63737976-0623-4505-8FA6-E6D44FE70804}" destId="{42BD84C9-809B-412E-BC14-A6578B9B5065}" srcOrd="1" destOrd="0" presId="urn:microsoft.com/office/officeart/2005/8/layout/hierarchy3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8.xml><?xml version="1.0" encoding="utf-8"?>
<dgm:dataModel xmlns:dgm="http://schemas.openxmlformats.org/drawingml/2006/diagram" xmlns:a="http://schemas.openxmlformats.org/drawingml/2006/main">
  <dgm:ptLst>
    <dgm:pt modelId="{73DC43E5-828A-43B7-AE6B-15DAF2BAF166}" type="doc">
      <dgm:prSet loTypeId="urn:microsoft.com/office/officeart/2018/5/layout/IconCircleLabelList" loCatId="icon" qsTypeId="urn:microsoft.com/office/officeart/2005/8/quickstyle/simple1" qsCatId="simple" csTypeId="urn:microsoft.com/office/officeart/2018/5/colors/Iconchunking_neutralicon_colorful1" csCatId="colorful" phldr="1"/>
      <dgm:spPr/>
      <dgm:t>
        <a:bodyPr/>
        <a:lstStyle/>
        <a:p>
          <a:endParaRPr lang="en-US"/>
        </a:p>
      </dgm:t>
    </dgm:pt>
    <dgm:pt modelId="{78B326A7-93A9-48EB-B7F5-6B6AE45D7309}">
      <dgm:prSet/>
      <dgm:spPr/>
      <dgm:t>
        <a:bodyPr/>
        <a:lstStyle/>
        <a:p>
          <a:pPr>
            <a:defRPr cap="all"/>
          </a:pPr>
          <a:r>
            <a:rPr lang="en-US"/>
            <a:t>course timetabling problem</a:t>
          </a:r>
        </a:p>
      </dgm:t>
    </dgm:pt>
    <dgm:pt modelId="{37A598CD-2E72-4E8D-8509-960BF34FE49A}" type="parTrans" cxnId="{2732961B-7E2E-4CB0-A5A1-270966285CEF}">
      <dgm:prSet/>
      <dgm:spPr/>
      <dgm:t>
        <a:bodyPr/>
        <a:lstStyle/>
        <a:p>
          <a:endParaRPr lang="en-US"/>
        </a:p>
      </dgm:t>
    </dgm:pt>
    <dgm:pt modelId="{F63F7D2B-46FE-4E48-8550-3DF74389E3F2}" type="sibTrans" cxnId="{2732961B-7E2E-4CB0-A5A1-270966285CEF}">
      <dgm:prSet/>
      <dgm:spPr/>
      <dgm:t>
        <a:bodyPr/>
        <a:lstStyle/>
        <a:p>
          <a:endParaRPr lang="en-US"/>
        </a:p>
      </dgm:t>
    </dgm:pt>
    <dgm:pt modelId="{A4C0401E-2E7B-43FF-9B66-8D8F062C8A1C}">
      <dgm:prSet/>
      <dgm:spPr/>
      <dgm:t>
        <a:bodyPr/>
        <a:lstStyle/>
        <a:p>
          <a:pPr>
            <a:defRPr cap="all"/>
          </a:pPr>
          <a:r>
            <a:rPr lang="en-US"/>
            <a:t>reviewed existing solutions</a:t>
          </a:r>
        </a:p>
      </dgm:t>
    </dgm:pt>
    <dgm:pt modelId="{BC6E1E87-72EB-4D35-BE56-4A90260EA45A}" type="parTrans" cxnId="{4EAE4170-B281-411A-902C-7635A5AB7175}">
      <dgm:prSet/>
      <dgm:spPr/>
      <dgm:t>
        <a:bodyPr/>
        <a:lstStyle/>
        <a:p>
          <a:endParaRPr lang="en-US"/>
        </a:p>
      </dgm:t>
    </dgm:pt>
    <dgm:pt modelId="{1DC90A39-FFAC-4097-89EF-8C53EA814697}" type="sibTrans" cxnId="{4EAE4170-B281-411A-902C-7635A5AB7175}">
      <dgm:prSet/>
      <dgm:spPr/>
      <dgm:t>
        <a:bodyPr/>
        <a:lstStyle/>
        <a:p>
          <a:endParaRPr lang="en-US"/>
        </a:p>
      </dgm:t>
    </dgm:pt>
    <dgm:pt modelId="{5DD2DE13-B944-4628-A572-AF4EFEED745D}">
      <dgm:prSet/>
      <dgm:spPr/>
      <dgm:t>
        <a:bodyPr/>
        <a:lstStyle/>
        <a:p>
          <a:pPr>
            <a:defRPr cap="all"/>
          </a:pPr>
          <a:r>
            <a:rPr lang="en-US"/>
            <a:t>introduced our proposed solution </a:t>
          </a:r>
        </a:p>
      </dgm:t>
    </dgm:pt>
    <dgm:pt modelId="{A97B7CFC-E254-45A5-9582-F7D953FA12C9}" type="parTrans" cxnId="{62E1FC1E-CE73-40B6-8655-C709B4602BBF}">
      <dgm:prSet/>
      <dgm:spPr/>
      <dgm:t>
        <a:bodyPr/>
        <a:lstStyle/>
        <a:p>
          <a:endParaRPr lang="en-US"/>
        </a:p>
      </dgm:t>
    </dgm:pt>
    <dgm:pt modelId="{AA17CD73-7E76-4128-B56C-1ED8BE3BECD0}" type="sibTrans" cxnId="{62E1FC1E-CE73-40B6-8655-C709B4602BBF}">
      <dgm:prSet/>
      <dgm:spPr/>
      <dgm:t>
        <a:bodyPr/>
        <a:lstStyle/>
        <a:p>
          <a:endParaRPr lang="en-US"/>
        </a:p>
      </dgm:t>
    </dgm:pt>
    <dgm:pt modelId="{E77170FB-BAB2-44E7-ACE7-ED1163A2EEBF}" type="pres">
      <dgm:prSet presAssocID="{73DC43E5-828A-43B7-AE6B-15DAF2BAF166}" presName="root" presStyleCnt="0">
        <dgm:presLayoutVars>
          <dgm:dir/>
          <dgm:resizeHandles val="exact"/>
        </dgm:presLayoutVars>
      </dgm:prSet>
      <dgm:spPr/>
    </dgm:pt>
    <dgm:pt modelId="{C88BEDCE-C501-4836-8A62-7C593FFAC24E}" type="pres">
      <dgm:prSet presAssocID="{78B326A7-93A9-48EB-B7F5-6B6AE45D7309}" presName="compNode" presStyleCnt="0"/>
      <dgm:spPr/>
    </dgm:pt>
    <dgm:pt modelId="{709BA632-D95E-4701-861F-0564007D465C}" type="pres">
      <dgm:prSet presAssocID="{78B326A7-93A9-48EB-B7F5-6B6AE45D7309}" presName="iconBgRect" presStyleLbl="bgShp" presStyleIdx="0" presStyleCnt="3"/>
      <dgm:spPr/>
    </dgm:pt>
    <dgm:pt modelId="{DCA7FBA2-19D2-4E29-9E4A-E1C766204355}" type="pres">
      <dgm:prSet presAssocID="{78B326A7-93A9-48EB-B7F5-6B6AE45D7309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כותרת תחתונה"/>
        </a:ext>
      </dgm:extLst>
    </dgm:pt>
    <dgm:pt modelId="{91636CCA-48CD-49EA-95C8-252E1BDDC161}" type="pres">
      <dgm:prSet presAssocID="{78B326A7-93A9-48EB-B7F5-6B6AE45D7309}" presName="spaceRect" presStyleCnt="0"/>
      <dgm:spPr/>
    </dgm:pt>
    <dgm:pt modelId="{6495AFE9-3F87-4031-BD10-CABDE3BED2B5}" type="pres">
      <dgm:prSet presAssocID="{78B326A7-93A9-48EB-B7F5-6B6AE45D7309}" presName="textRect" presStyleLbl="revTx" presStyleIdx="0" presStyleCnt="3">
        <dgm:presLayoutVars>
          <dgm:chMax val="1"/>
          <dgm:chPref val="1"/>
        </dgm:presLayoutVars>
      </dgm:prSet>
      <dgm:spPr/>
    </dgm:pt>
    <dgm:pt modelId="{F1B195E6-24C0-485C-93D0-8266AF21ADDE}" type="pres">
      <dgm:prSet presAssocID="{F63F7D2B-46FE-4E48-8550-3DF74389E3F2}" presName="sibTrans" presStyleCnt="0"/>
      <dgm:spPr/>
    </dgm:pt>
    <dgm:pt modelId="{1857916F-6646-4D98-BCDA-67DCDAD3D6A6}" type="pres">
      <dgm:prSet presAssocID="{A4C0401E-2E7B-43FF-9B66-8D8F062C8A1C}" presName="compNode" presStyleCnt="0"/>
      <dgm:spPr/>
    </dgm:pt>
    <dgm:pt modelId="{3D877517-C391-47A6-9181-02204C70722E}" type="pres">
      <dgm:prSet presAssocID="{A4C0401E-2E7B-43FF-9B66-8D8F062C8A1C}" presName="iconBgRect" presStyleLbl="bgShp" presStyleIdx="1" presStyleCnt="3"/>
      <dgm:spPr/>
    </dgm:pt>
    <dgm:pt modelId="{74BC6081-5874-4232-A1C9-01C93CFEC00A}" type="pres">
      <dgm:prSet presAssocID="{A4C0401E-2E7B-43FF-9B66-8D8F062C8A1C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הוספת דוח"/>
        </a:ext>
      </dgm:extLst>
    </dgm:pt>
    <dgm:pt modelId="{052AC0B6-C9F2-410C-A398-B9E6C02A9305}" type="pres">
      <dgm:prSet presAssocID="{A4C0401E-2E7B-43FF-9B66-8D8F062C8A1C}" presName="spaceRect" presStyleCnt="0"/>
      <dgm:spPr/>
    </dgm:pt>
    <dgm:pt modelId="{38CB5889-8228-4F4F-9FDA-89D7AFD81CC9}" type="pres">
      <dgm:prSet presAssocID="{A4C0401E-2E7B-43FF-9B66-8D8F062C8A1C}" presName="textRect" presStyleLbl="revTx" presStyleIdx="1" presStyleCnt="3">
        <dgm:presLayoutVars>
          <dgm:chMax val="1"/>
          <dgm:chPref val="1"/>
        </dgm:presLayoutVars>
      </dgm:prSet>
      <dgm:spPr/>
    </dgm:pt>
    <dgm:pt modelId="{4BB9604F-07EB-4168-B070-1C72784866D9}" type="pres">
      <dgm:prSet presAssocID="{1DC90A39-FFAC-4097-89EF-8C53EA814697}" presName="sibTrans" presStyleCnt="0"/>
      <dgm:spPr/>
    </dgm:pt>
    <dgm:pt modelId="{F441C86F-258B-4E5A-A026-9A397D0BFEED}" type="pres">
      <dgm:prSet presAssocID="{5DD2DE13-B944-4628-A572-AF4EFEED745D}" presName="compNode" presStyleCnt="0"/>
      <dgm:spPr/>
    </dgm:pt>
    <dgm:pt modelId="{C4DD7D2B-A785-4F43-A700-476687C76AAE}" type="pres">
      <dgm:prSet presAssocID="{5DD2DE13-B944-4628-A572-AF4EFEED745D}" presName="iconBgRect" presStyleLbl="bgShp" presStyleIdx="2" presStyleCnt="3"/>
      <dgm:spPr/>
    </dgm:pt>
    <dgm:pt modelId="{11398B4B-4974-45C4-B680-DFC43A6B843F}" type="pres">
      <dgm:prSet presAssocID="{5DD2DE13-B944-4628-A572-AF4EFEED745D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עיצוב"/>
        </a:ext>
      </dgm:extLst>
    </dgm:pt>
    <dgm:pt modelId="{BD4BA500-273D-4601-8660-E710AD1A85B1}" type="pres">
      <dgm:prSet presAssocID="{5DD2DE13-B944-4628-A572-AF4EFEED745D}" presName="spaceRect" presStyleCnt="0"/>
      <dgm:spPr/>
    </dgm:pt>
    <dgm:pt modelId="{0E9BFA7D-CF71-4738-ACF7-C9DEC3C2164A}" type="pres">
      <dgm:prSet presAssocID="{5DD2DE13-B944-4628-A572-AF4EFEED745D}" presName="textRect" presStyleLbl="revTx" presStyleIdx="2" presStyleCnt="3">
        <dgm:presLayoutVars>
          <dgm:chMax val="1"/>
          <dgm:chPref val="1"/>
        </dgm:presLayoutVars>
      </dgm:prSet>
      <dgm:spPr/>
    </dgm:pt>
  </dgm:ptLst>
  <dgm:cxnLst>
    <dgm:cxn modelId="{2732961B-7E2E-4CB0-A5A1-270966285CEF}" srcId="{73DC43E5-828A-43B7-AE6B-15DAF2BAF166}" destId="{78B326A7-93A9-48EB-B7F5-6B6AE45D7309}" srcOrd="0" destOrd="0" parTransId="{37A598CD-2E72-4E8D-8509-960BF34FE49A}" sibTransId="{F63F7D2B-46FE-4E48-8550-3DF74389E3F2}"/>
    <dgm:cxn modelId="{62E1FC1E-CE73-40B6-8655-C709B4602BBF}" srcId="{73DC43E5-828A-43B7-AE6B-15DAF2BAF166}" destId="{5DD2DE13-B944-4628-A572-AF4EFEED745D}" srcOrd="2" destOrd="0" parTransId="{A97B7CFC-E254-45A5-9582-F7D953FA12C9}" sibTransId="{AA17CD73-7E76-4128-B56C-1ED8BE3BECD0}"/>
    <dgm:cxn modelId="{7F2E8639-4E36-43A1-9B49-120A5BEE35EF}" type="presOf" srcId="{73DC43E5-828A-43B7-AE6B-15DAF2BAF166}" destId="{E77170FB-BAB2-44E7-ACE7-ED1163A2EEBF}" srcOrd="0" destOrd="0" presId="urn:microsoft.com/office/officeart/2018/5/layout/IconCircleLabelList"/>
    <dgm:cxn modelId="{5F469063-DEBC-4D9E-B052-51347CC27DF5}" type="presOf" srcId="{78B326A7-93A9-48EB-B7F5-6B6AE45D7309}" destId="{6495AFE9-3F87-4031-BD10-CABDE3BED2B5}" srcOrd="0" destOrd="0" presId="urn:microsoft.com/office/officeart/2018/5/layout/IconCircleLabelList"/>
    <dgm:cxn modelId="{4EAE4170-B281-411A-902C-7635A5AB7175}" srcId="{73DC43E5-828A-43B7-AE6B-15DAF2BAF166}" destId="{A4C0401E-2E7B-43FF-9B66-8D8F062C8A1C}" srcOrd="1" destOrd="0" parTransId="{BC6E1E87-72EB-4D35-BE56-4A90260EA45A}" sibTransId="{1DC90A39-FFAC-4097-89EF-8C53EA814697}"/>
    <dgm:cxn modelId="{98C9F685-97A7-48B4-9B3D-0EEF2445EA33}" type="presOf" srcId="{A4C0401E-2E7B-43FF-9B66-8D8F062C8A1C}" destId="{38CB5889-8228-4F4F-9FDA-89D7AFD81CC9}" srcOrd="0" destOrd="0" presId="urn:microsoft.com/office/officeart/2018/5/layout/IconCircleLabelList"/>
    <dgm:cxn modelId="{5C6AF6D7-7F9D-4911-9434-22D614D4C9A9}" type="presOf" srcId="{5DD2DE13-B944-4628-A572-AF4EFEED745D}" destId="{0E9BFA7D-CF71-4738-ACF7-C9DEC3C2164A}" srcOrd="0" destOrd="0" presId="urn:microsoft.com/office/officeart/2018/5/layout/IconCircleLabelList"/>
    <dgm:cxn modelId="{12264256-1084-4849-B03A-047CF3766B1A}" type="presParOf" srcId="{E77170FB-BAB2-44E7-ACE7-ED1163A2EEBF}" destId="{C88BEDCE-C501-4836-8A62-7C593FFAC24E}" srcOrd="0" destOrd="0" presId="urn:microsoft.com/office/officeart/2018/5/layout/IconCircleLabelList"/>
    <dgm:cxn modelId="{3D78962E-6CC2-4DE2-8A5C-BCA0D14E8307}" type="presParOf" srcId="{C88BEDCE-C501-4836-8A62-7C593FFAC24E}" destId="{709BA632-D95E-4701-861F-0564007D465C}" srcOrd="0" destOrd="0" presId="urn:microsoft.com/office/officeart/2018/5/layout/IconCircleLabelList"/>
    <dgm:cxn modelId="{8DFACEDF-A6A4-4F56-9AB9-3BBA1588AE1B}" type="presParOf" srcId="{C88BEDCE-C501-4836-8A62-7C593FFAC24E}" destId="{DCA7FBA2-19D2-4E29-9E4A-E1C766204355}" srcOrd="1" destOrd="0" presId="urn:microsoft.com/office/officeart/2018/5/layout/IconCircleLabelList"/>
    <dgm:cxn modelId="{08B3C63D-94AA-4C92-8B60-48F4158FFBF9}" type="presParOf" srcId="{C88BEDCE-C501-4836-8A62-7C593FFAC24E}" destId="{91636CCA-48CD-49EA-95C8-252E1BDDC161}" srcOrd="2" destOrd="0" presId="urn:microsoft.com/office/officeart/2018/5/layout/IconCircleLabelList"/>
    <dgm:cxn modelId="{DF56B54A-6651-453E-B8D6-A061E3400E32}" type="presParOf" srcId="{C88BEDCE-C501-4836-8A62-7C593FFAC24E}" destId="{6495AFE9-3F87-4031-BD10-CABDE3BED2B5}" srcOrd="3" destOrd="0" presId="urn:microsoft.com/office/officeart/2018/5/layout/IconCircleLabelList"/>
    <dgm:cxn modelId="{5C9CA423-E550-4CD6-8A99-2C63376AFE09}" type="presParOf" srcId="{E77170FB-BAB2-44E7-ACE7-ED1163A2EEBF}" destId="{F1B195E6-24C0-485C-93D0-8266AF21ADDE}" srcOrd="1" destOrd="0" presId="urn:microsoft.com/office/officeart/2018/5/layout/IconCircleLabelList"/>
    <dgm:cxn modelId="{7A84DEA0-5821-4404-A031-A4BC9E7D059C}" type="presParOf" srcId="{E77170FB-BAB2-44E7-ACE7-ED1163A2EEBF}" destId="{1857916F-6646-4D98-BCDA-67DCDAD3D6A6}" srcOrd="2" destOrd="0" presId="urn:microsoft.com/office/officeart/2018/5/layout/IconCircleLabelList"/>
    <dgm:cxn modelId="{439E8FB2-EE51-43DB-A8A8-8CED3F81465E}" type="presParOf" srcId="{1857916F-6646-4D98-BCDA-67DCDAD3D6A6}" destId="{3D877517-C391-47A6-9181-02204C70722E}" srcOrd="0" destOrd="0" presId="urn:microsoft.com/office/officeart/2018/5/layout/IconCircleLabelList"/>
    <dgm:cxn modelId="{5341BA67-0DC8-42EE-B509-5841737781E5}" type="presParOf" srcId="{1857916F-6646-4D98-BCDA-67DCDAD3D6A6}" destId="{74BC6081-5874-4232-A1C9-01C93CFEC00A}" srcOrd="1" destOrd="0" presId="urn:microsoft.com/office/officeart/2018/5/layout/IconCircleLabelList"/>
    <dgm:cxn modelId="{77EE152A-0FAC-4A51-8BC5-8B785EDEF6E1}" type="presParOf" srcId="{1857916F-6646-4D98-BCDA-67DCDAD3D6A6}" destId="{052AC0B6-C9F2-410C-A398-B9E6C02A9305}" srcOrd="2" destOrd="0" presId="urn:microsoft.com/office/officeart/2018/5/layout/IconCircleLabelList"/>
    <dgm:cxn modelId="{D39DA5E6-C79B-4015-B38C-D7B33C4C5F4F}" type="presParOf" srcId="{1857916F-6646-4D98-BCDA-67DCDAD3D6A6}" destId="{38CB5889-8228-4F4F-9FDA-89D7AFD81CC9}" srcOrd="3" destOrd="0" presId="urn:microsoft.com/office/officeart/2018/5/layout/IconCircleLabelList"/>
    <dgm:cxn modelId="{8EC8BB7B-5546-4A3D-90BA-55F4B52F603F}" type="presParOf" srcId="{E77170FB-BAB2-44E7-ACE7-ED1163A2EEBF}" destId="{4BB9604F-07EB-4168-B070-1C72784866D9}" srcOrd="3" destOrd="0" presId="urn:microsoft.com/office/officeart/2018/5/layout/IconCircleLabelList"/>
    <dgm:cxn modelId="{AC8D6C46-98A5-4312-88EB-A4AE908E97B7}" type="presParOf" srcId="{E77170FB-BAB2-44E7-ACE7-ED1163A2EEBF}" destId="{F441C86F-258B-4E5A-A026-9A397D0BFEED}" srcOrd="4" destOrd="0" presId="urn:microsoft.com/office/officeart/2018/5/layout/IconCircleLabelList"/>
    <dgm:cxn modelId="{244E5D2E-FAFC-4D5E-BA59-FD38D7653281}" type="presParOf" srcId="{F441C86F-258B-4E5A-A026-9A397D0BFEED}" destId="{C4DD7D2B-A785-4F43-A700-476687C76AAE}" srcOrd="0" destOrd="0" presId="urn:microsoft.com/office/officeart/2018/5/layout/IconCircleLabelList"/>
    <dgm:cxn modelId="{9F3218CC-B095-4402-A858-5E8BD277AA39}" type="presParOf" srcId="{F441C86F-258B-4E5A-A026-9A397D0BFEED}" destId="{11398B4B-4974-45C4-B680-DFC43A6B843F}" srcOrd="1" destOrd="0" presId="urn:microsoft.com/office/officeart/2018/5/layout/IconCircleLabelList"/>
    <dgm:cxn modelId="{47D72C08-137D-4D4D-A5D6-2A5048B8E430}" type="presParOf" srcId="{F441C86F-258B-4E5A-A026-9A397D0BFEED}" destId="{BD4BA500-273D-4601-8660-E710AD1A85B1}" srcOrd="2" destOrd="0" presId="urn:microsoft.com/office/officeart/2018/5/layout/IconCircleLabelList"/>
    <dgm:cxn modelId="{BAE515DA-18D9-4A4D-9167-58186AA79C33}" type="presParOf" srcId="{F441C86F-258B-4E5A-A026-9A397D0BFEED}" destId="{0E9BFA7D-CF71-4738-ACF7-C9DEC3C2164A}" srcOrd="3" destOrd="0" presId="urn:microsoft.com/office/officeart/2018/5/layout/IconCircleLabel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5D4DD99-57CA-4A45-BB95-366A8ED42F07}">
      <dsp:nvSpPr>
        <dsp:cNvPr id="0" name=""/>
        <dsp:cNvSpPr/>
      </dsp:nvSpPr>
      <dsp:spPr>
        <a:xfrm>
          <a:off x="1150624" y="600135"/>
          <a:ext cx="1289531" cy="1289531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8395A31-82D0-4289-8FA9-7B1F9998087E}">
      <dsp:nvSpPr>
        <dsp:cNvPr id="0" name=""/>
        <dsp:cNvSpPr/>
      </dsp:nvSpPr>
      <dsp:spPr>
        <a:xfrm>
          <a:off x="362578" y="2244300"/>
          <a:ext cx="2865625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0223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he-IL" sz="2300" kern="1200"/>
            <a:t>Manual timetable creation</a:t>
          </a:r>
          <a:endParaRPr lang="en-US" sz="2300" kern="1200"/>
        </a:p>
      </dsp:txBody>
      <dsp:txXfrm>
        <a:off x="362578" y="2244300"/>
        <a:ext cx="2865625" cy="720000"/>
      </dsp:txXfrm>
    </dsp:sp>
    <dsp:sp modelId="{297D0406-3078-4BA0-8D0F-E1F9653D50A1}">
      <dsp:nvSpPr>
        <dsp:cNvPr id="0" name=""/>
        <dsp:cNvSpPr/>
      </dsp:nvSpPr>
      <dsp:spPr>
        <a:xfrm>
          <a:off x="4517734" y="600135"/>
          <a:ext cx="1289531" cy="1289531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BD88776-B7F8-4215-A003-C469249C0E22}">
      <dsp:nvSpPr>
        <dsp:cNvPr id="0" name=""/>
        <dsp:cNvSpPr/>
      </dsp:nvSpPr>
      <dsp:spPr>
        <a:xfrm>
          <a:off x="3729687" y="2244300"/>
          <a:ext cx="2865625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0223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he-IL" sz="2300" kern="1200" err="1"/>
            <a:t>Many</a:t>
          </a:r>
          <a:r>
            <a:rPr lang="he-IL" sz="2300" kern="1200"/>
            <a:t> </a:t>
          </a:r>
          <a:r>
            <a:rPr lang="he-IL" sz="2300" kern="1200" err="1"/>
            <a:t>constraints</a:t>
          </a:r>
          <a:endParaRPr lang="en-US" sz="2300" kern="1200"/>
        </a:p>
      </dsp:txBody>
      <dsp:txXfrm>
        <a:off x="3729687" y="2244300"/>
        <a:ext cx="2865625" cy="720000"/>
      </dsp:txXfrm>
    </dsp:sp>
    <dsp:sp modelId="{9DDE0214-A6B4-40B3-9A40-E342533B2B56}">
      <dsp:nvSpPr>
        <dsp:cNvPr id="0" name=""/>
        <dsp:cNvSpPr/>
      </dsp:nvSpPr>
      <dsp:spPr>
        <a:xfrm>
          <a:off x="7884843" y="600135"/>
          <a:ext cx="1289531" cy="1289531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F37A96E-76A8-4D62-82B9-63E81B101E95}">
      <dsp:nvSpPr>
        <dsp:cNvPr id="0" name=""/>
        <dsp:cNvSpPr/>
      </dsp:nvSpPr>
      <dsp:spPr>
        <a:xfrm>
          <a:off x="7096796" y="2244300"/>
          <a:ext cx="2865625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0223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he-IL" sz="2300" kern="1200"/>
            <a:t>Time-consuming and error-prone</a:t>
          </a:r>
          <a:endParaRPr lang="en-US" sz="2300" kern="1200"/>
        </a:p>
      </dsp:txBody>
      <dsp:txXfrm>
        <a:off x="7096796" y="2244300"/>
        <a:ext cx="2865625" cy="720000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86A66E5-03C9-4D5F-87B8-B856F7697066}">
      <dsp:nvSpPr>
        <dsp:cNvPr id="0" name=""/>
        <dsp:cNvSpPr/>
      </dsp:nvSpPr>
      <dsp:spPr>
        <a:xfrm>
          <a:off x="1323" y="903721"/>
          <a:ext cx="3096580" cy="1548290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2865" tIns="41910" rIns="62865" bIns="41910" numCol="1" spcCol="1270" anchor="ctr" anchorCtr="0">
          <a:noAutofit/>
        </a:bodyPr>
        <a:lstStyle/>
        <a:p>
          <a:pPr marL="0" lvl="0" indent="0" algn="ctr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300" kern="1200"/>
            <a:t>Problem grows</a:t>
          </a:r>
        </a:p>
      </dsp:txBody>
      <dsp:txXfrm>
        <a:off x="46671" y="949069"/>
        <a:ext cx="3005884" cy="1457594"/>
      </dsp:txXfrm>
    </dsp:sp>
    <dsp:sp modelId="{C195018B-2395-4246-93B0-31C02EB0BD9A}">
      <dsp:nvSpPr>
        <dsp:cNvPr id="0" name=""/>
        <dsp:cNvSpPr/>
      </dsp:nvSpPr>
      <dsp:spPr>
        <a:xfrm>
          <a:off x="3872049" y="903721"/>
          <a:ext cx="3096580" cy="1548290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2865" tIns="41910" rIns="62865" bIns="41910" numCol="1" spcCol="1270" anchor="ctr" anchorCtr="0">
          <a:noAutofit/>
        </a:bodyPr>
        <a:lstStyle/>
        <a:p>
          <a:pPr marL="0" lvl="0" indent="0" algn="ctr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300" kern="1200"/>
            <a:t>Manual scheduling using Excel </a:t>
          </a:r>
        </a:p>
      </dsp:txBody>
      <dsp:txXfrm>
        <a:off x="3917397" y="949069"/>
        <a:ext cx="3005884" cy="1457594"/>
      </dsp:txXfrm>
    </dsp:sp>
    <dsp:sp modelId="{36D8FF47-71C4-4DD9-BC8B-E48FAB6F4EFF}">
      <dsp:nvSpPr>
        <dsp:cNvPr id="0" name=""/>
        <dsp:cNvSpPr/>
      </dsp:nvSpPr>
      <dsp:spPr>
        <a:xfrm>
          <a:off x="7742775" y="903721"/>
          <a:ext cx="3096580" cy="1548290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2865" tIns="41910" rIns="62865" bIns="41910" numCol="1" spcCol="1270" anchor="ctr" anchorCtr="0">
          <a:noAutofit/>
        </a:bodyPr>
        <a:lstStyle/>
        <a:p>
          <a:pPr marL="0" lvl="0" indent="0" algn="ctr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300" kern="1200"/>
            <a:t>Handle many different constraints</a:t>
          </a:r>
        </a:p>
      </dsp:txBody>
      <dsp:txXfrm>
        <a:off x="7788123" y="949069"/>
        <a:ext cx="3005884" cy="1457594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98F9B63-90F2-471A-AEC5-4E6A012CD315}">
      <dsp:nvSpPr>
        <dsp:cNvPr id="0" name=""/>
        <dsp:cNvSpPr/>
      </dsp:nvSpPr>
      <dsp:spPr>
        <a:xfrm>
          <a:off x="1150624" y="600135"/>
          <a:ext cx="1289531" cy="1289531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564F362-9E97-4B60-B832-27A70126D324}">
      <dsp:nvSpPr>
        <dsp:cNvPr id="0" name=""/>
        <dsp:cNvSpPr/>
      </dsp:nvSpPr>
      <dsp:spPr>
        <a:xfrm>
          <a:off x="362578" y="2244300"/>
          <a:ext cx="2865625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0223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he-IL" sz="2300" kern="1200"/>
            <a:t>Manual tools</a:t>
          </a:r>
          <a:endParaRPr lang="en-US" sz="2300" kern="1200"/>
        </a:p>
      </dsp:txBody>
      <dsp:txXfrm>
        <a:off x="362578" y="2244300"/>
        <a:ext cx="2865625" cy="720000"/>
      </dsp:txXfrm>
    </dsp:sp>
    <dsp:sp modelId="{260550CA-3CF7-4841-8F50-248FE9CD9E28}">
      <dsp:nvSpPr>
        <dsp:cNvPr id="0" name=""/>
        <dsp:cNvSpPr/>
      </dsp:nvSpPr>
      <dsp:spPr>
        <a:xfrm>
          <a:off x="4517734" y="600135"/>
          <a:ext cx="1289531" cy="1289531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08B04AB-D5E8-4FC1-AE8C-9148D6EF6DFC}">
      <dsp:nvSpPr>
        <dsp:cNvPr id="0" name=""/>
        <dsp:cNvSpPr/>
      </dsp:nvSpPr>
      <dsp:spPr>
        <a:xfrm>
          <a:off x="3729687" y="2244300"/>
          <a:ext cx="2865625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0223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he-IL" sz="2300" kern="1200"/>
            <a:t>Simple rule-based systems</a:t>
          </a:r>
          <a:endParaRPr lang="en-US" sz="2300" kern="1200"/>
        </a:p>
      </dsp:txBody>
      <dsp:txXfrm>
        <a:off x="3729687" y="2244300"/>
        <a:ext cx="2865625" cy="720000"/>
      </dsp:txXfrm>
    </dsp:sp>
    <dsp:sp modelId="{472DA527-01E8-4DF5-98FE-7621B44432AF}">
      <dsp:nvSpPr>
        <dsp:cNvPr id="0" name=""/>
        <dsp:cNvSpPr/>
      </dsp:nvSpPr>
      <dsp:spPr>
        <a:xfrm>
          <a:off x="7884843" y="600135"/>
          <a:ext cx="1289531" cy="1289531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289A4DF-0465-435C-B06F-42C90834416D}">
      <dsp:nvSpPr>
        <dsp:cNvPr id="0" name=""/>
        <dsp:cNvSpPr/>
      </dsp:nvSpPr>
      <dsp:spPr>
        <a:xfrm>
          <a:off x="7096796" y="2244300"/>
          <a:ext cx="2865625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0223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/>
            <a:t>Algorithms </a:t>
          </a:r>
        </a:p>
      </dsp:txBody>
      <dsp:txXfrm>
        <a:off x="7096796" y="2244300"/>
        <a:ext cx="2865625" cy="720000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28E4E59-9DAB-4964-B259-59A8D851157C}">
      <dsp:nvSpPr>
        <dsp:cNvPr id="0" name=""/>
        <dsp:cNvSpPr/>
      </dsp:nvSpPr>
      <dsp:spPr>
        <a:xfrm>
          <a:off x="1203425" y="325585"/>
          <a:ext cx="1238584" cy="1238584"/>
        </a:xfrm>
        <a:prstGeom prst="rect">
          <a:avLst/>
        </a:prstGeom>
        <a:blipFill>
          <a:blip xmlns:r="http://schemas.openxmlformats.org/officeDocument/2006/relationships" r:embed="rId1">
            <a:duotone>
              <a:schemeClr val="accent1">
                <a:shade val="45000"/>
                <a:satMod val="135000"/>
              </a:schemeClr>
              <a:prstClr val="white"/>
            </a:duotone>
          </a:blip>
          <a:srcRect/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B610FEA-DD31-4A93-B47D-86A106843A74}">
      <dsp:nvSpPr>
        <dsp:cNvPr id="0" name=""/>
        <dsp:cNvSpPr/>
      </dsp:nvSpPr>
      <dsp:spPr>
        <a:xfrm>
          <a:off x="446513" y="1922563"/>
          <a:ext cx="2752409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0223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/>
            <a:t>Full system</a:t>
          </a:r>
        </a:p>
      </dsp:txBody>
      <dsp:txXfrm>
        <a:off x="446513" y="1922563"/>
        <a:ext cx="2752409" cy="720000"/>
      </dsp:txXfrm>
    </dsp:sp>
    <dsp:sp modelId="{78421A60-1372-4AFC-8155-45C2056E765C}">
      <dsp:nvSpPr>
        <dsp:cNvPr id="0" name=""/>
        <dsp:cNvSpPr/>
      </dsp:nvSpPr>
      <dsp:spPr>
        <a:xfrm>
          <a:off x="4437506" y="325585"/>
          <a:ext cx="1238584" cy="1238584"/>
        </a:xfrm>
        <a:prstGeom prst="rect">
          <a:avLst/>
        </a:prstGeom>
        <a:blipFill>
          <a:blip xmlns:r="http://schemas.openxmlformats.org/officeDocument/2006/relationships"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6F186E7-2212-4693-995A-BAA639610D47}">
      <dsp:nvSpPr>
        <dsp:cNvPr id="0" name=""/>
        <dsp:cNvSpPr/>
      </dsp:nvSpPr>
      <dsp:spPr>
        <a:xfrm>
          <a:off x="3680594" y="1922563"/>
          <a:ext cx="2752409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0223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he-IL" sz="2300" kern="1200" err="1"/>
            <a:t>Minimize</a:t>
          </a:r>
          <a:r>
            <a:rPr lang="he-IL" sz="2300" kern="1200"/>
            <a:t> </a:t>
          </a:r>
          <a:r>
            <a:rPr lang="he-IL" sz="2300" kern="1200" err="1"/>
            <a:t>conflicts</a:t>
          </a:r>
          <a:endParaRPr lang="en-US" sz="2300" kern="1200"/>
        </a:p>
      </dsp:txBody>
      <dsp:txXfrm>
        <a:off x="3680594" y="1922563"/>
        <a:ext cx="2752409" cy="720000"/>
      </dsp:txXfrm>
    </dsp:sp>
    <dsp:sp modelId="{B515981F-F0C0-497D-8BF3-39BBC7DF7986}">
      <dsp:nvSpPr>
        <dsp:cNvPr id="0" name=""/>
        <dsp:cNvSpPr/>
      </dsp:nvSpPr>
      <dsp:spPr>
        <a:xfrm>
          <a:off x="1203425" y="3330666"/>
          <a:ext cx="1238584" cy="1238584"/>
        </a:xfrm>
        <a:prstGeom prst="rect">
          <a:avLst/>
        </a:prstGeom>
        <a:blipFill>
          <a:blip xmlns:r="http://schemas.openxmlformats.org/officeDocument/2006/relationships"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8AB7020-A49D-4733-94CF-812E97D92DDA}">
      <dsp:nvSpPr>
        <dsp:cNvPr id="0" name=""/>
        <dsp:cNvSpPr/>
      </dsp:nvSpPr>
      <dsp:spPr>
        <a:xfrm>
          <a:off x="446513" y="4927644"/>
          <a:ext cx="2752409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0223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he-IL" sz="2300" kern="1200" err="1"/>
            <a:t>Improve</a:t>
          </a:r>
          <a:r>
            <a:rPr lang="he-IL" sz="2300" kern="1200"/>
            <a:t> </a:t>
          </a:r>
          <a:r>
            <a:rPr lang="he-IL" sz="2300" kern="1200" err="1"/>
            <a:t>usability</a:t>
          </a:r>
          <a:endParaRPr lang="en-US" sz="2300" kern="1200"/>
        </a:p>
      </dsp:txBody>
      <dsp:txXfrm>
        <a:off x="446513" y="4927644"/>
        <a:ext cx="2752409" cy="720000"/>
      </dsp:txXfrm>
    </dsp:sp>
    <dsp:sp modelId="{33D00F4A-B6F9-4960-A0BC-62215489EECE}">
      <dsp:nvSpPr>
        <dsp:cNvPr id="0" name=""/>
        <dsp:cNvSpPr/>
      </dsp:nvSpPr>
      <dsp:spPr>
        <a:xfrm>
          <a:off x="4437506" y="3330666"/>
          <a:ext cx="1238584" cy="1238584"/>
        </a:xfrm>
        <a:prstGeom prst="rect">
          <a:avLst/>
        </a:prstGeom>
        <a:blipFill>
          <a:blip xmlns:r="http://schemas.openxmlformats.org/officeDocument/2006/relationships"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9A733E0-5C90-47A8-AEFF-B9AA5F619F27}">
      <dsp:nvSpPr>
        <dsp:cNvPr id="0" name=""/>
        <dsp:cNvSpPr/>
      </dsp:nvSpPr>
      <dsp:spPr>
        <a:xfrm>
          <a:off x="3680594" y="4927644"/>
          <a:ext cx="2752409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0223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he-IL" sz="2300" kern="1200" err="1"/>
            <a:t>Generate</a:t>
          </a:r>
          <a:r>
            <a:rPr lang="he-IL" sz="2300" kern="1200"/>
            <a:t> </a:t>
          </a:r>
          <a:r>
            <a:rPr lang="he-IL" sz="2300" kern="1200" err="1"/>
            <a:t>valid</a:t>
          </a:r>
          <a:r>
            <a:rPr lang="he-IL" sz="2300" kern="1200"/>
            <a:t> </a:t>
          </a:r>
          <a:r>
            <a:rPr lang="he-IL" sz="2300" kern="1200" err="1"/>
            <a:t>schedules</a:t>
          </a:r>
          <a:r>
            <a:rPr lang="he-IL" sz="2300" kern="1200"/>
            <a:t> </a:t>
          </a:r>
          <a:r>
            <a:rPr lang="he-IL" sz="2300" kern="1200" err="1"/>
            <a:t>efficiently</a:t>
          </a:r>
          <a:endParaRPr lang="en-US" sz="2300" kern="1200"/>
        </a:p>
      </dsp:txBody>
      <dsp:txXfrm>
        <a:off x="3680594" y="4927644"/>
        <a:ext cx="2752409" cy="720000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17AA176-269A-48CC-92A8-022D69E49F16}">
      <dsp:nvSpPr>
        <dsp:cNvPr id="0" name=""/>
        <dsp:cNvSpPr/>
      </dsp:nvSpPr>
      <dsp:spPr>
        <a:xfrm>
          <a:off x="1150624" y="600135"/>
          <a:ext cx="1289531" cy="1289531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7B7DD02-5EAF-4A0E-9F97-A02F6D560667}">
      <dsp:nvSpPr>
        <dsp:cNvPr id="0" name=""/>
        <dsp:cNvSpPr/>
      </dsp:nvSpPr>
      <dsp:spPr>
        <a:xfrm>
          <a:off x="362578" y="2244300"/>
          <a:ext cx="2865625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Constraint extraction</a:t>
          </a:r>
        </a:p>
      </dsp:txBody>
      <dsp:txXfrm>
        <a:off x="362578" y="2244300"/>
        <a:ext cx="2865625" cy="720000"/>
      </dsp:txXfrm>
    </dsp:sp>
    <dsp:sp modelId="{38E5DD99-977E-4E4C-B6F4-6533E57D1340}">
      <dsp:nvSpPr>
        <dsp:cNvPr id="0" name=""/>
        <dsp:cNvSpPr/>
      </dsp:nvSpPr>
      <dsp:spPr>
        <a:xfrm>
          <a:off x="4517734" y="600135"/>
          <a:ext cx="1289531" cy="1289531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1119BEA-2CF7-4598-8B30-156F5EF947E2}">
      <dsp:nvSpPr>
        <dsp:cNvPr id="0" name=""/>
        <dsp:cNvSpPr/>
      </dsp:nvSpPr>
      <dsp:spPr>
        <a:xfrm>
          <a:off x="3729687" y="2244300"/>
          <a:ext cx="2865625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Understanding the scheduling process</a:t>
          </a:r>
        </a:p>
      </dsp:txBody>
      <dsp:txXfrm>
        <a:off x="3729687" y="2244300"/>
        <a:ext cx="2865625" cy="720000"/>
      </dsp:txXfrm>
    </dsp:sp>
    <dsp:sp modelId="{DF6B7955-D69A-4789-BE0A-3502E38118BE}">
      <dsp:nvSpPr>
        <dsp:cNvPr id="0" name=""/>
        <dsp:cNvSpPr/>
      </dsp:nvSpPr>
      <dsp:spPr>
        <a:xfrm>
          <a:off x="7884843" y="600135"/>
          <a:ext cx="1289531" cy="1289531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9409E39-0805-45CC-B034-A4E648BC7792}">
      <dsp:nvSpPr>
        <dsp:cNvPr id="0" name=""/>
        <dsp:cNvSpPr/>
      </dsp:nvSpPr>
      <dsp:spPr>
        <a:xfrm>
          <a:off x="7096796" y="2244300"/>
          <a:ext cx="2865625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Understanding system requirements and limitations</a:t>
          </a:r>
        </a:p>
      </dsp:txBody>
      <dsp:txXfrm>
        <a:off x="7096796" y="2244300"/>
        <a:ext cx="2865625" cy="720000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EA6BE9A-99D0-4E8D-BB93-C262E90C3F9F}">
      <dsp:nvSpPr>
        <dsp:cNvPr id="0" name=""/>
        <dsp:cNvSpPr/>
      </dsp:nvSpPr>
      <dsp:spPr>
        <a:xfrm>
          <a:off x="719817" y="628235"/>
          <a:ext cx="1064269" cy="1064269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B4823C5-1FB2-4FC7-9469-0AEA0075CF5C}">
      <dsp:nvSpPr>
        <dsp:cNvPr id="0" name=""/>
        <dsp:cNvSpPr/>
      </dsp:nvSpPr>
      <dsp:spPr>
        <a:xfrm>
          <a:off x="69430" y="2007498"/>
          <a:ext cx="2365042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he-IL" sz="2500" kern="1200"/>
            <a:t>Import Excel files</a:t>
          </a:r>
          <a:endParaRPr lang="en-US" sz="2500" kern="1200"/>
        </a:p>
      </dsp:txBody>
      <dsp:txXfrm>
        <a:off x="69430" y="2007498"/>
        <a:ext cx="2365042" cy="720000"/>
      </dsp:txXfrm>
    </dsp:sp>
    <dsp:sp modelId="{2F1E2920-975C-4087-A276-84B678E52E34}">
      <dsp:nvSpPr>
        <dsp:cNvPr id="0" name=""/>
        <dsp:cNvSpPr/>
      </dsp:nvSpPr>
      <dsp:spPr>
        <a:xfrm>
          <a:off x="3498742" y="628235"/>
          <a:ext cx="1064269" cy="1064269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DB09257-2E3C-4D45-90FA-331467C0FA69}">
      <dsp:nvSpPr>
        <dsp:cNvPr id="0" name=""/>
        <dsp:cNvSpPr/>
      </dsp:nvSpPr>
      <dsp:spPr>
        <a:xfrm>
          <a:off x="2848355" y="2007498"/>
          <a:ext cx="2365042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he-IL" sz="2500" kern="1200"/>
            <a:t>Edit lecturers, courses, rooms</a:t>
          </a:r>
          <a:endParaRPr lang="en-US" sz="2500" kern="1200"/>
        </a:p>
      </dsp:txBody>
      <dsp:txXfrm>
        <a:off x="2848355" y="2007498"/>
        <a:ext cx="2365042" cy="720000"/>
      </dsp:txXfrm>
    </dsp:sp>
    <dsp:sp modelId="{D44423E5-A699-48BC-AB1F-C04F8DF47889}">
      <dsp:nvSpPr>
        <dsp:cNvPr id="0" name=""/>
        <dsp:cNvSpPr/>
      </dsp:nvSpPr>
      <dsp:spPr>
        <a:xfrm>
          <a:off x="6277667" y="628235"/>
          <a:ext cx="1064269" cy="1064269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8F86D21-9D31-41EB-8BBA-BCC5B2E0F87F}">
      <dsp:nvSpPr>
        <dsp:cNvPr id="0" name=""/>
        <dsp:cNvSpPr/>
      </dsp:nvSpPr>
      <dsp:spPr>
        <a:xfrm>
          <a:off x="5627280" y="2007498"/>
          <a:ext cx="2365042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he-IL" sz="2500" kern="1200"/>
            <a:t>Generate timetable</a:t>
          </a:r>
          <a:endParaRPr lang="en-US" sz="2500" kern="1200"/>
        </a:p>
      </dsp:txBody>
      <dsp:txXfrm>
        <a:off x="5627280" y="2007498"/>
        <a:ext cx="2365042" cy="720000"/>
      </dsp:txXfrm>
    </dsp:sp>
    <dsp:sp modelId="{F6C4B081-6CDC-4B15-A02C-038B245692DA}">
      <dsp:nvSpPr>
        <dsp:cNvPr id="0" name=""/>
        <dsp:cNvSpPr/>
      </dsp:nvSpPr>
      <dsp:spPr>
        <a:xfrm>
          <a:off x="9056592" y="628235"/>
          <a:ext cx="1064269" cy="1064269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0BF4C94-8125-46D6-9CDA-4C48FB2D3D5E}">
      <dsp:nvSpPr>
        <dsp:cNvPr id="0" name=""/>
        <dsp:cNvSpPr/>
      </dsp:nvSpPr>
      <dsp:spPr>
        <a:xfrm>
          <a:off x="8406205" y="2007498"/>
          <a:ext cx="2365042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he-IL" sz="2500" kern="1200"/>
            <a:t>Visual validation indicators</a:t>
          </a:r>
          <a:endParaRPr lang="en-US" sz="2500" kern="1200"/>
        </a:p>
      </dsp:txBody>
      <dsp:txXfrm>
        <a:off x="8406205" y="2007498"/>
        <a:ext cx="2365042" cy="720000"/>
      </dsp:txXfrm>
    </dsp:sp>
  </dsp:spTree>
</dsp:drawing>
</file>

<file path=ppt/diagrams/drawing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B309761-4078-4D03-8627-133703DF08E9}">
      <dsp:nvSpPr>
        <dsp:cNvPr id="0" name=""/>
        <dsp:cNvSpPr/>
      </dsp:nvSpPr>
      <dsp:spPr>
        <a:xfrm>
          <a:off x="1323" y="903721"/>
          <a:ext cx="3096580" cy="1548290"/>
        </a:xfrm>
        <a:prstGeom prst="roundRect">
          <a:avLst>
            <a:gd name="adj" fmla="val 1000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2865" tIns="41910" rIns="62865" bIns="41910" numCol="1" spcCol="1270" anchor="ctr" anchorCtr="0">
          <a:noAutofit/>
        </a:bodyPr>
        <a:lstStyle/>
        <a:p>
          <a:pPr marL="0" lvl="0" indent="0" algn="ctr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he-IL" sz="3300" kern="1200" err="1"/>
            <a:t>Functional</a:t>
          </a:r>
          <a:r>
            <a:rPr lang="he-IL" sz="3300" kern="1200"/>
            <a:t> </a:t>
          </a:r>
          <a:r>
            <a:rPr lang="he-IL" sz="3300" kern="1200" err="1"/>
            <a:t>tests</a:t>
          </a:r>
          <a:endParaRPr lang="en-US" sz="3300" kern="1200"/>
        </a:p>
      </dsp:txBody>
      <dsp:txXfrm>
        <a:off x="46671" y="949069"/>
        <a:ext cx="3005884" cy="1457594"/>
      </dsp:txXfrm>
    </dsp:sp>
    <dsp:sp modelId="{911286CC-AB85-4FCE-BCF7-1035D9DB1722}">
      <dsp:nvSpPr>
        <dsp:cNvPr id="0" name=""/>
        <dsp:cNvSpPr/>
      </dsp:nvSpPr>
      <dsp:spPr>
        <a:xfrm>
          <a:off x="3872049" y="903721"/>
          <a:ext cx="3096580" cy="1548290"/>
        </a:xfrm>
        <a:prstGeom prst="roundRect">
          <a:avLst>
            <a:gd name="adj" fmla="val 10000"/>
          </a:avLst>
        </a:prstGeom>
        <a:solidFill>
          <a:schemeClr val="accent5">
            <a:hueOff val="3005351"/>
            <a:satOff val="-13190"/>
            <a:lumOff val="3921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2865" tIns="41910" rIns="62865" bIns="41910" numCol="1" spcCol="1270" anchor="ctr" anchorCtr="0">
          <a:noAutofit/>
        </a:bodyPr>
        <a:lstStyle/>
        <a:p>
          <a:pPr marL="0" lvl="0" indent="0" algn="ctr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he-IL" sz="3300" kern="1200"/>
            <a:t>Constraint validation</a:t>
          </a:r>
          <a:endParaRPr lang="en-US" sz="3300" kern="1200"/>
        </a:p>
      </dsp:txBody>
      <dsp:txXfrm>
        <a:off x="3917397" y="949069"/>
        <a:ext cx="3005884" cy="1457594"/>
      </dsp:txXfrm>
    </dsp:sp>
    <dsp:sp modelId="{4C31F89D-54BA-42A9-8C5F-02AFBA50315E}">
      <dsp:nvSpPr>
        <dsp:cNvPr id="0" name=""/>
        <dsp:cNvSpPr/>
      </dsp:nvSpPr>
      <dsp:spPr>
        <a:xfrm>
          <a:off x="7742775" y="903721"/>
          <a:ext cx="3096580" cy="1548290"/>
        </a:xfrm>
        <a:prstGeom prst="roundRect">
          <a:avLst>
            <a:gd name="adj" fmla="val 10000"/>
          </a:avLst>
        </a:prstGeom>
        <a:solidFill>
          <a:schemeClr val="accent5">
            <a:hueOff val="6010703"/>
            <a:satOff val="-26380"/>
            <a:lumOff val="7843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2865" tIns="41910" rIns="62865" bIns="41910" numCol="1" spcCol="1270" anchor="ctr" anchorCtr="0">
          <a:noAutofit/>
        </a:bodyPr>
        <a:lstStyle/>
        <a:p>
          <a:pPr marL="0" lvl="0" indent="0" algn="ctr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he-IL" sz="3300" kern="1200"/>
            <a:t>Usability testing (SUS questionnaire)</a:t>
          </a:r>
          <a:endParaRPr lang="en-US" sz="3300" kern="1200"/>
        </a:p>
      </dsp:txBody>
      <dsp:txXfrm>
        <a:off x="7788123" y="949069"/>
        <a:ext cx="3005884" cy="1457594"/>
      </dsp:txXfrm>
    </dsp:sp>
  </dsp:spTree>
</dsp:drawing>
</file>

<file path=ppt/diagrams/drawing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09BA632-D95E-4701-861F-0564007D465C}">
      <dsp:nvSpPr>
        <dsp:cNvPr id="0" name=""/>
        <dsp:cNvSpPr/>
      </dsp:nvSpPr>
      <dsp:spPr>
        <a:xfrm>
          <a:off x="667049" y="53643"/>
          <a:ext cx="1852875" cy="1852875"/>
        </a:xfrm>
        <a:prstGeom prst="ellips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CA7FBA2-19D2-4E29-9E4A-E1C766204355}">
      <dsp:nvSpPr>
        <dsp:cNvPr id="0" name=""/>
        <dsp:cNvSpPr/>
      </dsp:nvSpPr>
      <dsp:spPr>
        <a:xfrm>
          <a:off x="1061925" y="448518"/>
          <a:ext cx="1063125" cy="1063125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495AFE9-3F87-4031-BD10-CABDE3BED2B5}">
      <dsp:nvSpPr>
        <dsp:cNvPr id="0" name=""/>
        <dsp:cNvSpPr/>
      </dsp:nvSpPr>
      <dsp:spPr>
        <a:xfrm>
          <a:off x="74737" y="2483644"/>
          <a:ext cx="30375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2300" kern="1200"/>
            <a:t>course timetabling problem</a:t>
          </a:r>
        </a:p>
      </dsp:txBody>
      <dsp:txXfrm>
        <a:off x="74737" y="2483644"/>
        <a:ext cx="3037500" cy="720000"/>
      </dsp:txXfrm>
    </dsp:sp>
    <dsp:sp modelId="{3D877517-C391-47A6-9181-02204C70722E}">
      <dsp:nvSpPr>
        <dsp:cNvPr id="0" name=""/>
        <dsp:cNvSpPr/>
      </dsp:nvSpPr>
      <dsp:spPr>
        <a:xfrm>
          <a:off x="4236112" y="53643"/>
          <a:ext cx="1852875" cy="1852875"/>
        </a:xfrm>
        <a:prstGeom prst="ellips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4BC6081-5874-4232-A1C9-01C93CFEC00A}">
      <dsp:nvSpPr>
        <dsp:cNvPr id="0" name=""/>
        <dsp:cNvSpPr/>
      </dsp:nvSpPr>
      <dsp:spPr>
        <a:xfrm>
          <a:off x="4630987" y="448518"/>
          <a:ext cx="1063125" cy="1063125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8CB5889-8228-4F4F-9FDA-89D7AFD81CC9}">
      <dsp:nvSpPr>
        <dsp:cNvPr id="0" name=""/>
        <dsp:cNvSpPr/>
      </dsp:nvSpPr>
      <dsp:spPr>
        <a:xfrm>
          <a:off x="3643800" y="2483644"/>
          <a:ext cx="30375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2300" kern="1200"/>
            <a:t>reviewed existing solutions</a:t>
          </a:r>
        </a:p>
      </dsp:txBody>
      <dsp:txXfrm>
        <a:off x="3643800" y="2483644"/>
        <a:ext cx="3037500" cy="720000"/>
      </dsp:txXfrm>
    </dsp:sp>
    <dsp:sp modelId="{C4DD7D2B-A785-4F43-A700-476687C76AAE}">
      <dsp:nvSpPr>
        <dsp:cNvPr id="0" name=""/>
        <dsp:cNvSpPr/>
      </dsp:nvSpPr>
      <dsp:spPr>
        <a:xfrm>
          <a:off x="7805175" y="53643"/>
          <a:ext cx="1852875" cy="1852875"/>
        </a:xfrm>
        <a:prstGeom prst="ellips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1398B4B-4974-45C4-B680-DFC43A6B843F}">
      <dsp:nvSpPr>
        <dsp:cNvPr id="0" name=""/>
        <dsp:cNvSpPr/>
      </dsp:nvSpPr>
      <dsp:spPr>
        <a:xfrm>
          <a:off x="8200050" y="448518"/>
          <a:ext cx="1063125" cy="1063125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E9BFA7D-CF71-4738-ACF7-C9DEC3C2164A}">
      <dsp:nvSpPr>
        <dsp:cNvPr id="0" name=""/>
        <dsp:cNvSpPr/>
      </dsp:nvSpPr>
      <dsp:spPr>
        <a:xfrm>
          <a:off x="7212862" y="2483644"/>
          <a:ext cx="30375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2300" kern="1200"/>
            <a:t>introduced our proposed solution </a:t>
          </a:r>
        </a:p>
      </dsp:txBody>
      <dsp:txXfrm>
        <a:off x="7212862" y="2483644"/>
        <a:ext cx="3037500" cy="72000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LabelList">
  <dgm:title val="Icon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2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50"/>
          <dgm:constr type="h" for="des" forName="compNode" op="equ"/>
          <dgm:constr type="h" for="des" forName="textRect" op="equ"/>
        </dgm:constrLst>
      </dgm:if>
      <dgm:if name="Name5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6"/>
          <dgm:constr type="h" for="des" forName="compNode" op="equ"/>
          <dgm:constr type="h" for="des" forName="textRect" op="equ"/>
        </dgm:constrLst>
      </dgm:if>
      <dgm:else name="Name6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7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4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h" for="ch" forName="spaceRect" refType="h" fact="0.15"/>
          <dgm:constr type="w" for="ch" forName="spaceRect" refType="w"/>
          <dgm:constr type="l" for="ch" forName="spaceRect"/>
          <dgm:constr type="t" for="ch" forName="spaceRect" refType="b" refFor="ch" refForName="icon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8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hierarchy3">
  <dgm:title val=""/>
  <dgm:desc val=""/>
  <dgm:catLst>
    <dgm:cat type="hierarchy" pri="7000"/>
    <dgm:cat type="list" pri="23000"/>
    <dgm:cat type="relationship" pri="15000"/>
    <dgm:cat type="convert" pri="7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</dgm:ptLst>
      <dgm:cxnLst>
        <dgm:cxn modelId="4" srcId="0" destId="1" srcOrd="0" destOrd="0"/>
        <dgm:cxn modelId="5" srcId="1" destId="11" srcOrd="0" destOrd="0"/>
        <dgm:cxn modelId="6" srcId="1" destId="12" srcOrd="1" destOrd="0"/>
        <dgm:cxn modelId="7" srcId="0" destId="2" srcOrd="1" destOrd="0"/>
        <dgm:cxn modelId="8" srcId="2" destId="21" srcOrd="0" destOrd="0"/>
        <dgm:cxn modelId="9" srcId="2" destId="2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diagram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forName="rootText" op="equ" val="65"/>
      <dgm:constr type="primFontSz" for="des" forName="childText" op="equ" val="65"/>
      <dgm:constr type="w" for="des" forName="rootComposite" refType="w"/>
      <dgm:constr type="h" for="des" forName="rootComposite" refType="w" fact="0.5"/>
      <dgm:constr type="w" for="des" forName="childText" refType="w" refFor="des" refForName="rootComposite" fact="0.8"/>
      <dgm:constr type="h" for="des" forName="childText" refType="h" refFor="des" refForName="rootComposite"/>
      <dgm:constr type="sibSp" refType="w" refFor="des" refForName="rootComposite" fact="0.25"/>
      <dgm:constr type="sibSp" for="des" forName="childShape" refType="h" refFor="des" refForName="childText" fact="0.25"/>
      <dgm:constr type="sp" for="des" forName="root" refType="h" refFor="des" refForName="childText" fact="0.25"/>
    </dgm:constrLst>
    <dgm:ruleLst/>
    <dgm:forEach name="Name3" axis="ch">
      <dgm:forEach name="Name4" axis="self" ptType="node" cnt="1">
        <dgm:layoutNode name="root">
          <dgm:choose name="Name5">
            <dgm:if name="Name6" func="var" arg="dir" op="equ" val="norm">
              <dgm:alg type="hierRoot">
                <dgm:param type="hierAlign" val="tL"/>
              </dgm:alg>
            </dgm:if>
            <dgm:else name="Name7">
              <dgm:alg type="hierRoot">
                <dgm:param type="hierAlign" val="tR"/>
              </dgm:alg>
            </dgm:else>
          </dgm:choose>
          <dgm:shape xmlns:r="http://schemas.openxmlformats.org/officeDocument/2006/relationships" r:blip="">
            <dgm:adjLst/>
          </dgm:shape>
          <dgm:presOf/>
          <dgm:constrLst>
            <dgm:constr type="alignOff" val="0.2"/>
          </dgm:constrLst>
          <dgm:ruleLst/>
          <dgm:layoutNode name="rootComposite">
            <dgm:alg type="composite"/>
            <dgm:shape xmlns:r="http://schemas.openxmlformats.org/officeDocument/2006/relationships" r:blip="">
              <dgm:adjLst/>
            </dgm:shape>
            <dgm:presOf axis="self" ptType="node" cnt="1"/>
            <dgm:choose name="Name8">
              <dgm:if name="Name9" func="var" arg="dir" op="equ" val="norm">
                <dgm:constrLst>
                  <dgm:constr type="l" for="ch" forName="rootText"/>
                  <dgm:constr type="t" for="ch" forName="rootText"/>
                  <dgm:constr type="w" for="ch" forName="rootText" refType="w"/>
                  <dgm:constr type="h" for="ch" forName="rootText" refType="h"/>
                  <dgm:constr type="l" for="ch" forName="rootConnector"/>
                  <dgm:constr type="t" for="ch" forName="rootConnector"/>
                  <dgm:constr type="w" for="ch" forName="rootConnector" refType="w" refFor="ch" refForName="rootText" fact="0.2"/>
                  <dgm:constr type="h" for="ch" forName="rootConnector" refType="h" refFor="ch" refForName="rootText"/>
                </dgm:constrLst>
              </dgm:if>
              <dgm:else name="Name10">
                <dgm:constrLst>
                  <dgm:constr type="l" for="ch" forName="rootText"/>
                  <dgm:constr type="t" for="ch" forName="rootText"/>
                  <dgm:constr type="w" for="ch" forName="rootText" refType="w"/>
                  <dgm:constr type="h" for="ch" forName="rootText" refType="h"/>
                  <dgm:constr type="r" for="ch" forName="rootConnector" refType="w"/>
                  <dgm:constr type="t" for="ch" forName="rootConnector"/>
                  <dgm:constr type="w" for="ch" forName="rootConnector" refType="w" refFor="ch" refForName="rootText" fact="0.2"/>
                  <dgm:constr type="h" for="ch" forName="rootConnector" refType="h" refFor="ch" refForName="rootText"/>
                </dgm:constrLst>
              </dgm:else>
            </dgm:choose>
            <dgm:ruleLst/>
            <dgm:layoutNode name="rootText" styleLbl="node1"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 ptType="node" cnt="1"/>
              <dgm:constrLst>
                <dgm:constr type="tMarg" refType="primFontSz" fact="0.1"/>
                <dgm:constr type="bMarg" refType="primFontSz" fact="0.1"/>
                <dgm:constr type="lMarg" refType="primFontSz" fact="0.15"/>
                <dgm:constr type="rMarg" refType="primFontSz" fact="0.15"/>
              </dgm:constrLst>
              <dgm:ruleLst>
                <dgm:rule type="primFontSz" val="5" fact="NaN" max="NaN"/>
              </dgm:ruleLst>
            </dgm:layoutNode>
            <dgm:layoutNode name="rootConnector" moveWith="rootText">
              <dgm:alg type="sp"/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self" ptType="node" cnt="1"/>
              <dgm:constrLst/>
              <dgm:ruleLst/>
            </dgm:layoutNode>
          </dgm:layoutNode>
          <dgm:layoutNode name="childShape">
            <dgm:alg type="hierChild">
              <dgm:param type="chAlign" val="l"/>
              <dgm:param type="linDir" val="fromT"/>
            </dgm:alg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11" axis="ch">
              <dgm:forEach name="Name12" axis="self" ptType="parTrans" cnt="1">
                <dgm:layoutNode name="Name13">
                  <dgm:choose name="Name14">
                    <dgm:if name="Name15" func="var" arg="dir" op="equ" val="norm">
                      <dgm:alg type="conn">
                        <dgm:param type="dim" val="1D"/>
                        <dgm:param type="endSty" val="noArr"/>
                        <dgm:param type="connRout" val="bend"/>
                        <dgm:param type="srcNode" val="rootConnector"/>
                        <dgm:param type="begPts" val="bCtr"/>
                        <dgm:param type="endPts" val="midL"/>
                      </dgm:alg>
                    </dgm:if>
                    <dgm:else name="Name16">
                      <dgm:alg type="conn">
                        <dgm:param type="dim" val="1D"/>
                        <dgm:param type="endSty" val="noArr"/>
                        <dgm:param type="connRout" val="bend"/>
                        <dgm:param type="srcNode" val="rootConnector"/>
                        <dgm:param type="begPts" val="bCtr"/>
                        <dgm:param type="endPts" val="midR"/>
                      </dgm:alg>
                    </dgm:else>
                  </dgm:choose>
                  <dgm:shape xmlns:r="http://schemas.openxmlformats.org/officeDocument/2006/relationships" type="conn" r:blip="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7" axis="self" ptType="node">
                <dgm:layoutNode name="childText" styleLbl="bgAcc1">
                  <dgm:varLst>
                    <dgm:bulletEnabled val="1"/>
                  </dgm:varLst>
                  <dgm:alg type="tx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self desOrSelf" ptType="node node" st="1 1" cnt="1 0"/>
                  <dgm:constrLst>
                    <dgm:constr type="tMarg" refType="primFontSz" fact="0.1"/>
                    <dgm:constr type="bMarg" refType="primFontSz" fact="0.1"/>
                    <dgm:constr type="lMarg" refType="primFontSz" fact="0.15"/>
                    <dgm:constr type="rMarg" refType="primFontSz" fact="0.15"/>
                  </dgm:constrLst>
                  <dgm:ruleLst>
                    <dgm:rule type="primFontSz" val="5" fact="NaN" max="NaN"/>
                  </dgm:ruleLst>
                </dgm:layoutNode>
              </dgm:forEach>
            </dgm:forEach>
          </dgm:layoutNode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18/2/layout/IconLabelList">
  <dgm:title val="Icon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2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50"/>
          <dgm:constr type="h" for="des" forName="compNode" op="equ"/>
          <dgm:constr type="h" for="des" forName="textRect" op="equ"/>
        </dgm:constrLst>
      </dgm:if>
      <dgm:if name="Name5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6"/>
          <dgm:constr type="h" for="des" forName="compNode" op="equ"/>
          <dgm:constr type="h" for="des" forName="textRect" op="equ"/>
        </dgm:constrLst>
      </dgm:if>
      <dgm:else name="Name6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7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4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h" for="ch" forName="spaceRect" refType="h" fact="0.15"/>
          <dgm:constr type="w" for="ch" forName="spaceRect" refType="w"/>
          <dgm:constr type="l" for="ch" forName="spaceRect"/>
          <dgm:constr type="t" for="ch" forName="spaceRect" refType="b" refFor="ch" refForName="icon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8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18/2/layout/IconLabelList">
  <dgm:title val="Icon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2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50"/>
          <dgm:constr type="h" for="des" forName="compNode" op="equ"/>
          <dgm:constr type="h" for="des" forName="textRect" op="equ"/>
        </dgm:constrLst>
      </dgm:if>
      <dgm:if name="Name5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6"/>
          <dgm:constr type="h" for="des" forName="compNode" op="equ"/>
          <dgm:constr type="h" for="des" forName="textRect" op="equ"/>
        </dgm:constrLst>
      </dgm:if>
      <dgm:else name="Name6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7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4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h" for="ch" forName="spaceRect" refType="h" fact="0.15"/>
          <dgm:constr type="w" for="ch" forName="spaceRect" refType="w"/>
          <dgm:constr type="l" for="ch" forName="spaceRect"/>
          <dgm:constr type="t" for="ch" forName="spaceRect" refType="b" refFor="ch" refForName="icon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8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18/2/layout/IconLabelList">
  <dgm:title val="Icon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2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50"/>
          <dgm:constr type="h" for="des" forName="compNode" op="equ"/>
          <dgm:constr type="h" for="des" forName="textRect" op="equ"/>
        </dgm:constrLst>
      </dgm:if>
      <dgm:if name="Name5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6"/>
          <dgm:constr type="h" for="des" forName="compNode" op="equ"/>
          <dgm:constr type="h" for="des" forName="textRect" op="equ"/>
        </dgm:constrLst>
      </dgm:if>
      <dgm:else name="Name6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7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4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h" for="ch" forName="spaceRect" refType="h" fact="0.15"/>
          <dgm:constr type="w" for="ch" forName="spaceRect" refType="w"/>
          <dgm:constr type="l" for="ch" forName="spaceRect"/>
          <dgm:constr type="t" for="ch" forName="spaceRect" refType="b" refFor="ch" refForName="icon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8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18/2/layout/IconLabelList">
  <dgm:title val="Icon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2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50"/>
          <dgm:constr type="h" for="des" forName="compNode" op="equ"/>
          <dgm:constr type="h" for="des" forName="textRect" op="equ"/>
        </dgm:constrLst>
      </dgm:if>
      <dgm:if name="Name5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6"/>
          <dgm:constr type="h" for="des" forName="compNode" op="equ"/>
          <dgm:constr type="h" for="des" forName="textRect" op="equ"/>
        </dgm:constrLst>
      </dgm:if>
      <dgm:else name="Name6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7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4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h" for="ch" forName="spaceRect" refType="h" fact="0.15"/>
          <dgm:constr type="w" for="ch" forName="spaceRect" refType="w"/>
          <dgm:constr type="l" for="ch" forName="spaceRect"/>
          <dgm:constr type="t" for="ch" forName="spaceRect" refType="b" refFor="ch" refForName="icon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8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layout7.xml><?xml version="1.0" encoding="utf-8"?>
<dgm:layoutDef xmlns:dgm="http://schemas.openxmlformats.org/drawingml/2006/diagram" xmlns:a="http://schemas.openxmlformats.org/drawingml/2006/main" uniqueId="urn:microsoft.com/office/officeart/2005/8/layout/hierarchy3">
  <dgm:title val=""/>
  <dgm:desc val=""/>
  <dgm:catLst>
    <dgm:cat type="hierarchy" pri="7000"/>
    <dgm:cat type="list" pri="23000"/>
    <dgm:cat type="relationship" pri="15000"/>
    <dgm:cat type="convert" pri="7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</dgm:ptLst>
      <dgm:cxnLst>
        <dgm:cxn modelId="4" srcId="0" destId="1" srcOrd="0" destOrd="0"/>
        <dgm:cxn modelId="5" srcId="1" destId="11" srcOrd="0" destOrd="0"/>
        <dgm:cxn modelId="6" srcId="1" destId="12" srcOrd="1" destOrd="0"/>
        <dgm:cxn modelId="7" srcId="0" destId="2" srcOrd="1" destOrd="0"/>
        <dgm:cxn modelId="8" srcId="2" destId="21" srcOrd="0" destOrd="0"/>
        <dgm:cxn modelId="9" srcId="2" destId="2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diagram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forName="rootText" op="equ" val="65"/>
      <dgm:constr type="primFontSz" for="des" forName="childText" op="equ" val="65"/>
      <dgm:constr type="w" for="des" forName="rootComposite" refType="w"/>
      <dgm:constr type="h" for="des" forName="rootComposite" refType="w" fact="0.5"/>
      <dgm:constr type="w" for="des" forName="childText" refType="w" refFor="des" refForName="rootComposite" fact="0.8"/>
      <dgm:constr type="h" for="des" forName="childText" refType="h" refFor="des" refForName="rootComposite"/>
      <dgm:constr type="sibSp" refType="w" refFor="des" refForName="rootComposite" fact="0.25"/>
      <dgm:constr type="sibSp" for="des" forName="childShape" refType="h" refFor="des" refForName="childText" fact="0.25"/>
      <dgm:constr type="sp" for="des" forName="root" refType="h" refFor="des" refForName="childText" fact="0.25"/>
    </dgm:constrLst>
    <dgm:ruleLst/>
    <dgm:forEach name="Name3" axis="ch">
      <dgm:forEach name="Name4" axis="self" ptType="node" cnt="1">
        <dgm:layoutNode name="root">
          <dgm:choose name="Name5">
            <dgm:if name="Name6" func="var" arg="dir" op="equ" val="norm">
              <dgm:alg type="hierRoot">
                <dgm:param type="hierAlign" val="tL"/>
              </dgm:alg>
            </dgm:if>
            <dgm:else name="Name7">
              <dgm:alg type="hierRoot">
                <dgm:param type="hierAlign" val="tR"/>
              </dgm:alg>
            </dgm:else>
          </dgm:choose>
          <dgm:shape xmlns:r="http://schemas.openxmlformats.org/officeDocument/2006/relationships" r:blip="">
            <dgm:adjLst/>
          </dgm:shape>
          <dgm:presOf/>
          <dgm:constrLst>
            <dgm:constr type="alignOff" val="0.2"/>
          </dgm:constrLst>
          <dgm:ruleLst/>
          <dgm:layoutNode name="rootComposite">
            <dgm:alg type="composite"/>
            <dgm:shape xmlns:r="http://schemas.openxmlformats.org/officeDocument/2006/relationships" r:blip="">
              <dgm:adjLst/>
            </dgm:shape>
            <dgm:presOf axis="self" ptType="node" cnt="1"/>
            <dgm:choose name="Name8">
              <dgm:if name="Name9" func="var" arg="dir" op="equ" val="norm">
                <dgm:constrLst>
                  <dgm:constr type="l" for="ch" forName="rootText"/>
                  <dgm:constr type="t" for="ch" forName="rootText"/>
                  <dgm:constr type="w" for="ch" forName="rootText" refType="w"/>
                  <dgm:constr type="h" for="ch" forName="rootText" refType="h"/>
                  <dgm:constr type="l" for="ch" forName="rootConnector"/>
                  <dgm:constr type="t" for="ch" forName="rootConnector"/>
                  <dgm:constr type="w" for="ch" forName="rootConnector" refType="w" refFor="ch" refForName="rootText" fact="0.2"/>
                  <dgm:constr type="h" for="ch" forName="rootConnector" refType="h" refFor="ch" refForName="rootText"/>
                </dgm:constrLst>
              </dgm:if>
              <dgm:else name="Name10">
                <dgm:constrLst>
                  <dgm:constr type="l" for="ch" forName="rootText"/>
                  <dgm:constr type="t" for="ch" forName="rootText"/>
                  <dgm:constr type="w" for="ch" forName="rootText" refType="w"/>
                  <dgm:constr type="h" for="ch" forName="rootText" refType="h"/>
                  <dgm:constr type="r" for="ch" forName="rootConnector" refType="w"/>
                  <dgm:constr type="t" for="ch" forName="rootConnector"/>
                  <dgm:constr type="w" for="ch" forName="rootConnector" refType="w" refFor="ch" refForName="rootText" fact="0.2"/>
                  <dgm:constr type="h" for="ch" forName="rootConnector" refType="h" refFor="ch" refForName="rootText"/>
                </dgm:constrLst>
              </dgm:else>
            </dgm:choose>
            <dgm:ruleLst/>
            <dgm:layoutNode name="rootText" styleLbl="node1"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 ptType="node" cnt="1"/>
              <dgm:constrLst>
                <dgm:constr type="tMarg" refType="primFontSz" fact="0.1"/>
                <dgm:constr type="bMarg" refType="primFontSz" fact="0.1"/>
                <dgm:constr type="lMarg" refType="primFontSz" fact="0.15"/>
                <dgm:constr type="rMarg" refType="primFontSz" fact="0.15"/>
              </dgm:constrLst>
              <dgm:ruleLst>
                <dgm:rule type="primFontSz" val="5" fact="NaN" max="NaN"/>
              </dgm:ruleLst>
            </dgm:layoutNode>
            <dgm:layoutNode name="rootConnector" moveWith="rootText">
              <dgm:alg type="sp"/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self" ptType="node" cnt="1"/>
              <dgm:constrLst/>
              <dgm:ruleLst/>
            </dgm:layoutNode>
          </dgm:layoutNode>
          <dgm:layoutNode name="childShape">
            <dgm:alg type="hierChild">
              <dgm:param type="chAlign" val="l"/>
              <dgm:param type="linDir" val="fromT"/>
            </dgm:alg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11" axis="ch">
              <dgm:forEach name="Name12" axis="self" ptType="parTrans" cnt="1">
                <dgm:layoutNode name="Name13">
                  <dgm:choose name="Name14">
                    <dgm:if name="Name15" func="var" arg="dir" op="equ" val="norm">
                      <dgm:alg type="conn">
                        <dgm:param type="dim" val="1D"/>
                        <dgm:param type="endSty" val="noArr"/>
                        <dgm:param type="connRout" val="bend"/>
                        <dgm:param type="srcNode" val="rootConnector"/>
                        <dgm:param type="begPts" val="bCtr"/>
                        <dgm:param type="endPts" val="midL"/>
                      </dgm:alg>
                    </dgm:if>
                    <dgm:else name="Name16">
                      <dgm:alg type="conn">
                        <dgm:param type="dim" val="1D"/>
                        <dgm:param type="endSty" val="noArr"/>
                        <dgm:param type="connRout" val="bend"/>
                        <dgm:param type="srcNode" val="rootConnector"/>
                        <dgm:param type="begPts" val="bCtr"/>
                        <dgm:param type="endPts" val="midR"/>
                      </dgm:alg>
                    </dgm:else>
                  </dgm:choose>
                  <dgm:shape xmlns:r="http://schemas.openxmlformats.org/officeDocument/2006/relationships" type="conn" r:blip="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7" axis="self" ptType="node">
                <dgm:layoutNode name="childText" styleLbl="bgAcc1">
                  <dgm:varLst>
                    <dgm:bulletEnabled val="1"/>
                  </dgm:varLst>
                  <dgm:alg type="tx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self desOrSelf" ptType="node node" st="1 1" cnt="1 0"/>
                  <dgm:constrLst>
                    <dgm:constr type="tMarg" refType="primFontSz" fact="0.1"/>
                    <dgm:constr type="bMarg" refType="primFontSz" fact="0.1"/>
                    <dgm:constr type="lMarg" refType="primFontSz" fact="0.15"/>
                    <dgm:constr type="rMarg" refType="primFontSz" fact="0.15"/>
                  </dgm:constrLst>
                  <dgm:ruleLst>
                    <dgm:rule type="primFontSz" val="5" fact="NaN" max="NaN"/>
                  </dgm:ruleLst>
                </dgm:layoutNode>
              </dgm:forEach>
            </dgm:forEach>
          </dgm:layoutNode>
        </dgm:layoutNode>
      </dgm:forEach>
    </dgm:forEach>
  </dgm:layoutNode>
</dgm:layoutDef>
</file>

<file path=ppt/diagrams/layout8.xml><?xml version="1.0" encoding="utf-8"?>
<dgm:layoutDef xmlns:dgm="http://schemas.openxmlformats.org/drawingml/2006/diagram" xmlns:a="http://schemas.openxmlformats.org/drawingml/2006/main" uniqueId="urn:microsoft.com/office/officeart/2018/5/layout/IconCircleLabelList">
  <dgm:title val="Icon Circle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4"/>
          <dgm:constr type="h" for="des" forName="compNode" op="equ"/>
          <dgm:constr type="h" for="des" forName="textRect" op="equ"/>
        </dgm:constrLst>
      </dgm:if>
      <dgm:if name="Name5" axis="ch" ptType="node" func="cnt" op="lte" val="3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0"/>
          <dgm:constr type="h" for="des" forName="compNode" op="equ"/>
          <dgm:constr type="h" for="des" forName="textRect" op="equ"/>
        </dgm:constrLst>
      </dgm:if>
      <dgm:if name="Name6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2"/>
          <dgm:constr type="h" for="des" forName="compNode" op="equ"/>
          <dgm:constr type="h" for="des" forName="textRect" op="equ"/>
        </dgm:constrLst>
      </dgm:if>
      <dgm:else name="Name7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BgRect" refType="w" fact="0.61"/>
          <dgm:constr type="h" for="ch" forName="iconBgRect" refType="w" refFor="ch" refForName="iconBgRect"/>
          <dgm:constr type="t" for="ch" forName="iconBgRect"/>
          <dgm:constr type="ctrX" for="ch" forName="iconBgRect" refType="w" fact="0.5"/>
          <dgm:constr type="w" for="ch" forName="iconRect" refType="w" fact="0.35"/>
          <dgm:constr type="h" for="ch" forName="iconRect" refType="w" refFor="ch" refForName="iconRect"/>
          <dgm:constr type="ctrX" for="ch" forName="iconRect" refType="ctrX" refFor="ch" refForName="iconBgRect"/>
          <dgm:constr type="ctrY" for="ch" forName="iconRect" refType="ctrY" refFor="ch" refForName="iconBgRect"/>
          <dgm:constr type="h" for="ch" forName="spaceRect" refType="w" fact="0.19"/>
          <dgm:constr type="w" for="ch" forName="spaceRect" refType="w"/>
          <dgm:constr type="l" for="ch" forName="spaceRect"/>
          <dgm:constr type="t" for="ch" forName="spaceRect" refType="b" refFor="ch" refForName="iconBg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BgRect" styleLbl="bgShp">
          <dgm:alg type="sp"/>
          <dgm:shape xmlns:r="http://schemas.openxmlformats.org/officeDocument/2006/relationships" type="ellipse" r:blip="">
            <dgm:adjLst/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9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cap="all"/>
        </a:lvl1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8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מציין מיקום של כותרת עליונה 1">
            <a:extLst>
              <a:ext uri="{FF2B5EF4-FFF2-40B4-BE49-F238E27FC236}">
                <a16:creationId xmlns:a16="http://schemas.microsoft.com/office/drawing/2014/main" id="{BA41D8EB-BBE1-FC2A-AB03-324C6723E984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388620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1"/>
          <a:lstStyle>
            <a:lvl1pPr algn="r">
              <a:defRPr sz="1200"/>
            </a:lvl1pPr>
          </a:lstStyle>
          <a:p>
            <a:endParaRPr lang="he-IL"/>
          </a:p>
        </p:txBody>
      </p:sp>
      <p:sp>
        <p:nvSpPr>
          <p:cNvPr id="3" name="מציין מיקום של תאריך 2">
            <a:extLst>
              <a:ext uri="{FF2B5EF4-FFF2-40B4-BE49-F238E27FC236}">
                <a16:creationId xmlns:a16="http://schemas.microsoft.com/office/drawing/2014/main" id="{039F43B9-D394-2601-ED3D-F19C0A247A2C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1588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1"/>
          <a:lstStyle>
            <a:lvl1pPr algn="l">
              <a:defRPr sz="1200"/>
            </a:lvl1pPr>
          </a:lstStyle>
          <a:p>
            <a:fld id="{394A83FB-614F-4D5F-9886-F85DF02B94BA}" type="datetimeFigureOut">
              <a:rPr lang="he-IL" smtClean="0"/>
              <a:t>ז'/שבט/תשפ"ו</a:t>
            </a:fld>
            <a:endParaRPr lang="he-IL"/>
          </a:p>
        </p:txBody>
      </p:sp>
      <p:sp>
        <p:nvSpPr>
          <p:cNvPr id="4" name="מציין מיקום של כותרת תחתונה 3">
            <a:extLst>
              <a:ext uri="{FF2B5EF4-FFF2-40B4-BE49-F238E27FC236}">
                <a16:creationId xmlns:a16="http://schemas.microsoft.com/office/drawing/2014/main" id="{B35127D5-8B5C-A71C-056F-367F664894B4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388620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1" anchor="b"/>
          <a:lstStyle>
            <a:lvl1pPr algn="r">
              <a:defRPr sz="1200"/>
            </a:lvl1pPr>
          </a:lstStyle>
          <a:p>
            <a:endParaRPr lang="he-IL"/>
          </a:p>
        </p:txBody>
      </p:sp>
      <p:sp>
        <p:nvSpPr>
          <p:cNvPr id="5" name="מציין מיקום של מספר שקופית 4">
            <a:extLst>
              <a:ext uri="{FF2B5EF4-FFF2-40B4-BE49-F238E27FC236}">
                <a16:creationId xmlns:a16="http://schemas.microsoft.com/office/drawing/2014/main" id="{6B021EA7-B0D8-D55D-C1AC-B0B5E5CC6C6D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1588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1" anchor="b"/>
          <a:lstStyle>
            <a:lvl1pPr algn="l">
              <a:defRPr sz="1200"/>
            </a:lvl1pPr>
          </a:lstStyle>
          <a:p>
            <a:fld id="{04649252-E933-400C-9810-1971BA2E0B51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4161551832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מציין מיקום של כותרת עליונה 1"/>
          <p:cNvSpPr>
            <a:spLocks noGrp="1"/>
          </p:cNvSpPr>
          <p:nvPr>
            <p:ph type="hdr" sz="quarter"/>
          </p:nvPr>
        </p:nvSpPr>
        <p:spPr>
          <a:xfrm>
            <a:off x="388620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1"/>
          <a:lstStyle>
            <a:lvl1pPr algn="r">
              <a:defRPr sz="1200"/>
            </a:lvl1pPr>
          </a:lstStyle>
          <a:p>
            <a:endParaRPr lang="he-IL"/>
          </a:p>
        </p:txBody>
      </p:sp>
      <p:sp>
        <p:nvSpPr>
          <p:cNvPr id="3" name="מציין מיקום של תאריך 2"/>
          <p:cNvSpPr>
            <a:spLocks noGrp="1"/>
          </p:cNvSpPr>
          <p:nvPr>
            <p:ph type="dt" idx="1"/>
          </p:nvPr>
        </p:nvSpPr>
        <p:spPr>
          <a:xfrm>
            <a:off x="1588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1"/>
          <a:lstStyle>
            <a:lvl1pPr algn="l">
              <a:defRPr sz="1200"/>
            </a:lvl1pPr>
          </a:lstStyle>
          <a:p>
            <a:fld id="{7B00D879-E734-4905-B0AC-E2836D7D9E72}" type="datetimeFigureOut">
              <a:rPr lang="he-IL" smtClean="0"/>
              <a:t>ז'/שבט/תשפ"ו</a:t>
            </a:fld>
            <a:endParaRPr lang="he-IL"/>
          </a:p>
        </p:txBody>
      </p:sp>
      <p:sp>
        <p:nvSpPr>
          <p:cNvPr id="4" name="מציין מיקום של תמונת שקופית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1" anchor="ctr"/>
          <a:lstStyle/>
          <a:p>
            <a:endParaRPr lang="he-IL"/>
          </a:p>
        </p:txBody>
      </p:sp>
      <p:sp>
        <p:nvSpPr>
          <p:cNvPr id="5" name="מציין מיקום של הערות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1"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6" name="מציין מיקום של כותרת תחתונה 5"/>
          <p:cNvSpPr>
            <a:spLocks noGrp="1"/>
          </p:cNvSpPr>
          <p:nvPr>
            <p:ph type="ftr" sz="quarter" idx="4"/>
          </p:nvPr>
        </p:nvSpPr>
        <p:spPr>
          <a:xfrm>
            <a:off x="388620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1" anchor="b"/>
          <a:lstStyle>
            <a:lvl1pPr algn="r">
              <a:defRPr sz="1200"/>
            </a:lvl1pPr>
          </a:lstStyle>
          <a:p>
            <a:endParaRPr lang="he-IL"/>
          </a:p>
        </p:txBody>
      </p:sp>
      <p:sp>
        <p:nvSpPr>
          <p:cNvPr id="7" name="מציין מיקום של מספר שקופית 6"/>
          <p:cNvSpPr>
            <a:spLocks noGrp="1"/>
          </p:cNvSpPr>
          <p:nvPr>
            <p:ph type="sldNum" sz="quarter" idx="5"/>
          </p:nvPr>
        </p:nvSpPr>
        <p:spPr>
          <a:xfrm>
            <a:off x="1588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1" anchor="b"/>
          <a:lstStyle>
            <a:lvl1pPr algn="l">
              <a:defRPr sz="1200"/>
            </a:lvl1pPr>
          </a:lstStyle>
          <a:p>
            <a:fld id="{34DC0CA2-CE29-4DE9-8F12-16F87E121A56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1870967274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מציין מיקום של תמונת שקופית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מציין מיקום של הערות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 rtl="0"/>
            <a:r>
              <a:rPr lang="en-US"/>
              <a:t>Hello, today we will present the </a:t>
            </a:r>
            <a:r>
              <a:rPr lang="en-US" b="1"/>
              <a:t>first phase of our capstone project</a:t>
            </a:r>
            <a:r>
              <a:rPr lang="en-US"/>
              <a:t>.</a:t>
            </a:r>
            <a:br>
              <a:rPr lang="en-US"/>
            </a:br>
            <a:r>
              <a:rPr lang="en-US"/>
              <a:t>The project is called </a:t>
            </a:r>
            <a:r>
              <a:rPr lang="en-US" b="1"/>
              <a:t>UniSched – University Course Timetabling System</a:t>
            </a:r>
            <a:r>
              <a:rPr lang="en-US"/>
              <a:t>.</a:t>
            </a:r>
          </a:p>
          <a:p>
            <a:pPr algn="l" rtl="0"/>
            <a:r>
              <a:rPr lang="en-US"/>
              <a:t>Our supervisors are </a:t>
            </a:r>
            <a:r>
              <a:rPr lang="en-US" b="1"/>
              <a:t>Dr. Julia </a:t>
            </a:r>
            <a:r>
              <a:rPr lang="en-US" b="1" err="1"/>
              <a:t>Sheidin</a:t>
            </a:r>
            <a:r>
              <a:rPr lang="en-US"/>
              <a:t> and </a:t>
            </a:r>
            <a:r>
              <a:rPr lang="en-US" b="1"/>
              <a:t>Dr. Avital Shulner Tal</a:t>
            </a:r>
            <a:r>
              <a:rPr lang="en-US"/>
              <a:t>.</a:t>
            </a:r>
          </a:p>
          <a:p>
            <a:pPr algn="l" rtl="0"/>
            <a:r>
              <a:rPr lang="en-US"/>
              <a:t>This system is designed </a:t>
            </a:r>
            <a:r>
              <a:rPr lang="en-US" b="1"/>
              <a:t>specifically for the Software Engineering department at Braude College</a:t>
            </a:r>
            <a:r>
              <a:rPr lang="en-US"/>
              <a:t>.</a:t>
            </a:r>
            <a:br>
              <a:rPr lang="en-US"/>
            </a:br>
            <a:r>
              <a:rPr lang="en-US"/>
              <a:t>Today, course scheduling is done manually, which is complex and inefficient.</a:t>
            </a:r>
            <a:br>
              <a:rPr lang="en-US"/>
            </a:br>
            <a:r>
              <a:rPr lang="en-US"/>
              <a:t>In this presentation, we will briefly introduce the problem and our proposed solution.</a:t>
            </a:r>
          </a:p>
          <a:p>
            <a:r>
              <a:rPr lang="he-IL"/>
              <a:t>עדן</a:t>
            </a:r>
          </a:p>
        </p:txBody>
      </p:sp>
      <p:sp>
        <p:nvSpPr>
          <p:cNvPr id="4" name="מציין מיקום של מספר שקופית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4DC0CA2-CE29-4DE9-8F12-16F87E121A56}" type="slidenum">
              <a:rPr lang="he-IL" smtClean="0"/>
              <a:t>1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15331356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מציין מיקום של תמונת שקופית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מציין מיקום של הערות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 rtl="0"/>
            <a:r>
              <a:rPr lang="en-US"/>
              <a:t>First, it is important to understand what a course timetable is and how it is created today.</a:t>
            </a:r>
          </a:p>
          <a:p>
            <a:pPr algn="l" rtl="0"/>
            <a:r>
              <a:rPr lang="en-US"/>
              <a:t>A course timetable defines when and where each course is taught during the academic semester.</a:t>
            </a:r>
          </a:p>
          <a:p>
            <a:pPr algn="l" rtl="0"/>
            <a:r>
              <a:rPr lang="en-US"/>
              <a:t>In the Software Engineering department at Braude College, the timetable is built manually by Ora, the department secretary.</a:t>
            </a:r>
          </a:p>
          <a:p>
            <a:pPr algn="l" rtl="0"/>
            <a:r>
              <a:rPr lang="en-US"/>
              <a:t>Like in many institutions, this process is done using Excel files.</a:t>
            </a:r>
          </a:p>
          <a:p>
            <a:pPr algn="l" rtl="0"/>
            <a:r>
              <a:rPr lang="en-US"/>
              <a:t>The timetable must match courses, lecturers, rooms, and time slots, while considering many constraints and preferences.</a:t>
            </a:r>
          </a:p>
          <a:p>
            <a:pPr algn="l" rtl="0"/>
            <a:r>
              <a:rPr lang="en-US" b="1"/>
              <a:t>As a result, this process is time-consuming, inefficient, and prone to human errors.</a:t>
            </a:r>
          </a:p>
          <a:p>
            <a:pPr algn="l" rtl="0"/>
            <a:r>
              <a:rPr lang="he-IL" b="1"/>
              <a:t>עדן</a:t>
            </a:r>
            <a:endParaRPr lang="en-US"/>
          </a:p>
        </p:txBody>
      </p:sp>
      <p:sp>
        <p:nvSpPr>
          <p:cNvPr id="4" name="מציין מיקום של מספר שקופית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4DC0CA2-CE29-4DE9-8F12-16F87E121A56}" type="slidenum">
              <a:rPr lang="he-IL" smtClean="0"/>
              <a:t>2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3747173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מציין מיקום של תמונת שקופית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מציין מיקום של הערות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 rtl="0"/>
            <a:r>
              <a:rPr lang="en-US"/>
              <a:t>After understanding how the timetable is created today, we can see that this approach </a:t>
            </a:r>
            <a:r>
              <a:rPr lang="en-US" b="1"/>
              <a:t>does not work well as the problem grows</a:t>
            </a:r>
            <a:r>
              <a:rPr lang="en-US"/>
              <a:t>.</a:t>
            </a:r>
          </a:p>
          <a:p>
            <a:pPr algn="l" rtl="0"/>
            <a:r>
              <a:rPr lang="en-US"/>
              <a:t>Manual scheduling using Excel becomes difficult when the number of courses, lecturers, rooms, and time slots increases.</a:t>
            </a:r>
          </a:p>
          <a:p>
            <a:pPr algn="l" rtl="0"/>
            <a:r>
              <a:rPr lang="en-US"/>
              <a:t>Therefore, we need a solution that can </a:t>
            </a:r>
            <a:r>
              <a:rPr lang="en-US" b="1"/>
              <a:t>handle many different constraints</a:t>
            </a:r>
            <a:r>
              <a:rPr lang="en-US"/>
              <a:t>, coming from courses, lecturers, classrooms, and time availability,</a:t>
            </a:r>
            <a:br>
              <a:rPr lang="en-US"/>
            </a:br>
            <a:r>
              <a:rPr lang="en-US"/>
              <a:t>in a structured and reliable way.</a:t>
            </a:r>
          </a:p>
          <a:p>
            <a:endParaRPr lang="he-IL"/>
          </a:p>
        </p:txBody>
      </p:sp>
      <p:sp>
        <p:nvSpPr>
          <p:cNvPr id="4" name="מציין מיקום של מספר שקופית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4DC0CA2-CE29-4DE9-8F12-16F87E121A56}" type="slidenum">
              <a:rPr lang="he-IL" smtClean="0"/>
              <a:t>3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48809545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מציין מיקום של תמונת שקופית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מציין מיקום של הערות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 rtl="0"/>
            <a:r>
              <a:rPr lang="en-US"/>
              <a:t>Today, there is no single solution that fits all academic institutions for the course timetabling problem.</a:t>
            </a:r>
          </a:p>
          <a:p>
            <a:pPr algn="l" rtl="0"/>
            <a:r>
              <a:rPr lang="en-US"/>
              <a:t>This is because the problem varies between institutions, and each department has its own constraints and rules.</a:t>
            </a:r>
          </a:p>
          <a:p>
            <a:pPr algn="l" rtl="0"/>
            <a:r>
              <a:rPr lang="en-US"/>
              <a:t>As a result, there are different types of existing solutions.</a:t>
            </a:r>
          </a:p>
          <a:p>
            <a:pPr algn="l" rtl="0"/>
            <a:r>
              <a:rPr lang="en-US"/>
              <a:t>One approach is </a:t>
            </a:r>
            <a:r>
              <a:rPr lang="en-US" b="1"/>
              <a:t>manual scheduling</a:t>
            </a:r>
            <a:r>
              <a:rPr lang="en-US"/>
              <a:t>, which is currently used in our department.</a:t>
            </a:r>
          </a:p>
          <a:p>
            <a:pPr algn="l" rtl="0"/>
            <a:r>
              <a:rPr lang="en-US"/>
              <a:t>Another approach includes </a:t>
            </a:r>
            <a:r>
              <a:rPr lang="en-US" b="1"/>
              <a:t>general scheduling systems</a:t>
            </a:r>
            <a:r>
              <a:rPr lang="en-US"/>
              <a:t>, such as employee shift scheduling.</a:t>
            </a:r>
            <a:br>
              <a:rPr lang="en-US"/>
            </a:br>
            <a:r>
              <a:rPr lang="en-US"/>
              <a:t>These systems can inspire our solution, but they are not sufficient on their own for academic scheduling, since they do not fully support constraints such as</a:t>
            </a:r>
            <a:br>
              <a:rPr lang="en-US"/>
            </a:br>
            <a:r>
              <a:rPr lang="en-US" b="1"/>
              <a:t>course dependencies</a:t>
            </a:r>
            <a:r>
              <a:rPr lang="en-US"/>
              <a:t>.</a:t>
            </a:r>
          </a:p>
          <a:p>
            <a:pPr algn="l" rtl="0"/>
            <a:r>
              <a:rPr lang="en-US"/>
              <a:t>There are also </a:t>
            </a:r>
            <a:r>
              <a:rPr lang="en-US" b="1"/>
              <a:t>algorithmic approaches</a:t>
            </a:r>
            <a:r>
              <a:rPr lang="en-US"/>
              <a:t> that try to solve the problem, but they must be adapted to the specific constraints of each institution.</a:t>
            </a:r>
          </a:p>
          <a:p>
            <a:pPr algn="l" rtl="0"/>
            <a:endParaRPr lang="en-US"/>
          </a:p>
          <a:p>
            <a:pPr algn="l" rtl="0"/>
            <a:r>
              <a:rPr lang="he-IL"/>
              <a:t>עדן</a:t>
            </a:r>
            <a:endParaRPr lang="en-US"/>
          </a:p>
          <a:p>
            <a:endParaRPr lang="he-IL"/>
          </a:p>
        </p:txBody>
      </p:sp>
      <p:sp>
        <p:nvSpPr>
          <p:cNvPr id="4" name="מציין מיקום של מספר שקופית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4DC0CA2-CE29-4DE9-8F12-16F87E121A56}" type="slidenum">
              <a:rPr lang="he-IL" smtClean="0"/>
              <a:t>4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72215549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מציין מיקום של תמונת שקופית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מציין מיקום של הערות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 rtl="0"/>
            <a:r>
              <a:rPr lang="en-US"/>
              <a:t>The goal of this project is to design a system that creates a </a:t>
            </a:r>
            <a:r>
              <a:rPr lang="en-US" b="1"/>
              <a:t>valid and reasonable course timetable</a:t>
            </a:r>
            <a:r>
              <a:rPr lang="en-US"/>
              <a:t>.</a:t>
            </a:r>
          </a:p>
          <a:p>
            <a:pPr algn="l" rtl="0"/>
            <a:r>
              <a:rPr lang="en-US"/>
              <a:t>First, the system must avoid </a:t>
            </a:r>
            <a:r>
              <a:rPr lang="en-US" b="1"/>
              <a:t>impossible schedules</a:t>
            </a:r>
            <a:r>
              <a:rPr lang="en-US"/>
              <a:t>, such as overlapping courses or assigning unavailable lecturers.</a:t>
            </a:r>
          </a:p>
          <a:p>
            <a:pPr algn="l" rtl="0"/>
            <a:r>
              <a:rPr lang="en-US"/>
              <a:t>Beyond that, the system aims to </a:t>
            </a:r>
            <a:r>
              <a:rPr lang="en-US" b="1"/>
              <a:t>reduce less desirable situations</a:t>
            </a:r>
            <a:r>
              <a:rPr lang="en-US"/>
              <a:t>, for example scheduling a lecturer for only one lecture in a day.</a:t>
            </a:r>
          </a:p>
          <a:p>
            <a:pPr algn="l" rtl="0"/>
            <a:r>
              <a:rPr lang="en-US"/>
              <a:t>Overall, the goal is to produce a timetable that is both </a:t>
            </a:r>
            <a:r>
              <a:rPr lang="en-US" b="1"/>
              <a:t>feasible and more convenient </a:t>
            </a:r>
            <a:r>
              <a:rPr lang="en-US"/>
              <a:t>for lecturers, students, and the department.</a:t>
            </a:r>
          </a:p>
          <a:p>
            <a:r>
              <a:rPr lang="he-IL"/>
              <a:t>גל</a:t>
            </a:r>
          </a:p>
        </p:txBody>
      </p:sp>
      <p:sp>
        <p:nvSpPr>
          <p:cNvPr id="4" name="מציין מיקום של מספר שקופית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4DC0CA2-CE29-4DE9-8F12-16F87E121A56}" type="slidenum">
              <a:rPr lang="he-IL" smtClean="0"/>
              <a:t>5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106897728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מציין מיקום של תמונת שקופית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מציין מיקום של הערות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 rtl="0"/>
            <a:r>
              <a:rPr lang="en-US"/>
              <a:t>At the beginning of the project, our first step was to communicate with Ora, the department secretary.</a:t>
            </a:r>
          </a:p>
          <a:p>
            <a:pPr algn="l" rtl="0"/>
            <a:r>
              <a:rPr lang="en-US"/>
              <a:t>The goal was to understand how the scheduling process works today and what the main goals of our system should be.</a:t>
            </a:r>
          </a:p>
          <a:p>
            <a:pPr algn="l" rtl="0"/>
            <a:r>
              <a:rPr lang="en-US" b="0"/>
              <a:t>In order to design the system, we worked with her to identify the different constraints that the timetable must satisfy.</a:t>
            </a:r>
          </a:p>
          <a:p>
            <a:pPr algn="l" rtl="0"/>
            <a:r>
              <a:rPr lang="en-US"/>
              <a:t>In addition, we asked Ora to explain how she currently performs the scheduling, so we could recreate the same logic inside our system.</a:t>
            </a:r>
            <a:br>
              <a:rPr lang="en-US"/>
            </a:br>
            <a:br>
              <a:rPr lang="en-US"/>
            </a:br>
            <a:endParaRPr lang="en-US"/>
          </a:p>
          <a:p>
            <a:r>
              <a:rPr lang="he-IL"/>
              <a:t>גל</a:t>
            </a:r>
          </a:p>
        </p:txBody>
      </p:sp>
      <p:sp>
        <p:nvSpPr>
          <p:cNvPr id="4" name="מציין מיקום של מספר שקופית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4DC0CA2-CE29-4DE9-8F12-16F87E121A56}" type="slidenum">
              <a:rPr lang="he-IL" smtClean="0"/>
              <a:t>6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326400093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מציין מיקום של תמונת שקופית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מציין מיקום של הערות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 rtl="0"/>
            <a:r>
              <a:rPr lang="en-US"/>
              <a:t>Based on the requirements and constraints we identified, we propose an automated course timetabling system.</a:t>
            </a:r>
          </a:p>
          <a:p>
            <a:pPr algn="l" rtl="0"/>
            <a:r>
              <a:rPr lang="en-US"/>
              <a:t>The system receives input data such as courses, lecturers, rooms, and time availability.</a:t>
            </a:r>
          </a:p>
          <a:p>
            <a:pPr algn="l" rtl="0"/>
            <a:r>
              <a:rPr lang="en-US"/>
              <a:t>Using this information, the system generates three different timetable options, in order to present several alternative solutions that Ora can choose from.</a:t>
            </a:r>
          </a:p>
          <a:p>
            <a:pPr algn="l" rtl="0"/>
            <a:r>
              <a:rPr lang="en-US"/>
              <a:t>We also understood that Ora needs the ability to adjust the input data and the constraints according to the department’s needs.</a:t>
            </a:r>
          </a:p>
          <a:p>
            <a:pPr algn="l" rtl="0"/>
            <a:r>
              <a:rPr lang="en-US"/>
              <a:t>For example, she can increase or decrease the weight of different constraints.</a:t>
            </a:r>
            <a:br>
              <a:rPr lang="en-US"/>
            </a:br>
            <a:r>
              <a:rPr lang="en-US"/>
              <a:t>By doing so, she can control </a:t>
            </a:r>
            <a:r>
              <a:rPr lang="en-US" b="1"/>
              <a:t>how much each constraint is considered </a:t>
            </a:r>
            <a:r>
              <a:rPr lang="en-US"/>
              <a:t>in the final timetable.</a:t>
            </a:r>
          </a:p>
          <a:p>
            <a:pPr algn="l" rtl="0"/>
            <a:r>
              <a:rPr lang="en-US"/>
              <a:t>Therefore, the system includes a user interface that enables manual editing of data and constraints directly from within the system.</a:t>
            </a:r>
          </a:p>
          <a:p>
            <a:r>
              <a:rPr lang="he-IL"/>
              <a:t>גל</a:t>
            </a:r>
          </a:p>
        </p:txBody>
      </p:sp>
      <p:sp>
        <p:nvSpPr>
          <p:cNvPr id="4" name="מציין מיקום של מספר שקופית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4DC0CA2-CE29-4DE9-8F12-16F87E121A56}" type="slidenum">
              <a:rPr lang="he-IL" smtClean="0"/>
              <a:t>7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67983463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מציין מיקום של תמונת שקופית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מציין מיקום של הערות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 rtl="0"/>
            <a:r>
              <a:rPr lang="en-US"/>
              <a:t>Now we will talk about the heart of our system – the algorithm.</a:t>
            </a:r>
          </a:p>
          <a:p>
            <a:pPr algn="l" rtl="0"/>
            <a:r>
              <a:rPr lang="en-US"/>
              <a:t>We chose to use a CSP algorithm, which means a Constraint Satisfaction Problem.</a:t>
            </a:r>
          </a:p>
          <a:p>
            <a:pPr algn="l" rtl="0"/>
            <a:r>
              <a:rPr lang="en-US"/>
              <a:t>We chose this algorithm because we think it can give us good results.</a:t>
            </a:r>
            <a:br>
              <a:rPr lang="en-US"/>
            </a:br>
            <a:r>
              <a:rPr lang="en-US"/>
              <a:t>We needed an algorithm that can handle different constraints and also use heuristics to reduce the search space.</a:t>
            </a:r>
          </a:p>
          <a:p>
            <a:pPr algn="l" rtl="0"/>
            <a:r>
              <a:rPr lang="en-US"/>
              <a:t>In this algorithm, the first step is to define the variables.</a:t>
            </a:r>
            <a:br>
              <a:rPr lang="en-US"/>
            </a:br>
            <a:r>
              <a:rPr lang="en-US"/>
              <a:t>We chose the lessons as our variables – each lesson needs to be scheduled.</a:t>
            </a:r>
          </a:p>
          <a:p>
            <a:pPr algn="l" rtl="0"/>
            <a:r>
              <a:rPr lang="en-US"/>
              <a:t>The domain is the time slot and the classroom.</a:t>
            </a:r>
          </a:p>
          <a:p>
            <a:pPr algn="l" rtl="0"/>
            <a:r>
              <a:rPr lang="en-US"/>
              <a:t>For the constraints, we divided them into two types: hard constraints and soft constraints.</a:t>
            </a:r>
          </a:p>
          <a:p>
            <a:pPr algn="l" rtl="0"/>
            <a:r>
              <a:rPr lang="en-US"/>
              <a:t>A hard constraint is a constraint that must be satisfied, otherwise the schedule is not valid.</a:t>
            </a:r>
          </a:p>
          <a:p>
            <a:pPr algn="l" rtl="0"/>
            <a:r>
              <a:rPr lang="en-US"/>
              <a:t>A soft constraint represents preferences that we want the system to consider.</a:t>
            </a:r>
          </a:p>
          <a:p>
            <a:pPr algn="l" rtl="0"/>
            <a:r>
              <a:rPr lang="en-US"/>
              <a:t>Based on the soft constraints, we calculate a cost function.</a:t>
            </a:r>
            <a:br>
              <a:rPr lang="en-US"/>
            </a:br>
            <a:r>
              <a:rPr lang="en-US"/>
              <a:t>The cost function gives a score to each schedule – the lower the score, the better the schedule.</a:t>
            </a:r>
          </a:p>
        </p:txBody>
      </p:sp>
      <p:sp>
        <p:nvSpPr>
          <p:cNvPr id="4" name="מציין מיקום של מספר שקופית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4DC0CA2-CE29-4DE9-8F12-16F87E121A56}" type="slidenum">
              <a:rPr lang="he-IL" smtClean="0"/>
              <a:t>8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98909187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מציין מיקום של תמונת שקופית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מציין מיקום של הערות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 rtl="0"/>
            <a:r>
              <a:rPr lang="en-US"/>
              <a:t>The scheduling problem has a very large search space, because there are many possible combinations of lessons, rooms, and time slots.</a:t>
            </a:r>
          </a:p>
          <a:p>
            <a:pPr algn="l" rtl="0"/>
            <a:r>
              <a:rPr lang="en-US"/>
              <a:t>To handle this, we use heuristics that help guide the search process. </a:t>
            </a:r>
          </a:p>
          <a:p>
            <a:pPr algn="l" rtl="0"/>
            <a:r>
              <a:rPr lang="en-US"/>
              <a:t>These heuristics help the algorithm decide which variable to assign first and which values to try first.</a:t>
            </a:r>
          </a:p>
          <a:p>
            <a:pPr algn="l" rtl="0"/>
            <a:r>
              <a:rPr lang="en-US"/>
              <a:t>By using heuristics, the system can find good solutions faster and avoid unnecessary backtracking.</a:t>
            </a:r>
          </a:p>
          <a:p>
            <a:pPr algn="l" rtl="0"/>
            <a:r>
              <a:rPr lang="en-US"/>
              <a:t>The </a:t>
            </a:r>
            <a:r>
              <a:rPr lang="en-US" b="1"/>
              <a:t>Variable Ordering Heuristic </a:t>
            </a:r>
            <a:r>
              <a:rPr lang="en-US"/>
              <a:t>is a heuristic we developed ourselves, based on our work with Ora.</a:t>
            </a:r>
            <a:br>
              <a:rPr lang="en-US"/>
            </a:br>
            <a:r>
              <a:rPr lang="en-US"/>
              <a:t>It follows the same logic she uses when manually building the timetable.</a:t>
            </a:r>
          </a:p>
          <a:p>
            <a:pPr algn="l" rtl="0"/>
            <a:r>
              <a:rPr lang="en-US" b="1"/>
              <a:t>Backtracking</a:t>
            </a:r>
            <a:r>
              <a:rPr lang="en-US"/>
              <a:t> is used when the algorithm reaches a conflict.</a:t>
            </a:r>
          </a:p>
          <a:p>
            <a:pPr algn="l" rtl="0"/>
            <a:r>
              <a:rPr lang="en-US"/>
              <a:t>It allows the system to go back and try a different assignment.</a:t>
            </a:r>
          </a:p>
          <a:p>
            <a:pPr algn="l" rtl="0"/>
            <a:r>
              <a:rPr lang="en-US" b="1"/>
              <a:t>Forward Checking</a:t>
            </a:r>
            <a:r>
              <a:rPr lang="en-US"/>
              <a:t> helps detect conflicts early.</a:t>
            </a:r>
            <a:br>
              <a:rPr lang="en-US"/>
            </a:br>
            <a:r>
              <a:rPr lang="en-US"/>
              <a:t>After assigning a value, it removes invalid options from future variables.</a:t>
            </a:r>
          </a:p>
          <a:p>
            <a:pPr algn="l" rtl="0"/>
            <a:r>
              <a:rPr lang="en-US" b="1"/>
              <a:t>MRV – Minimum Remaining Values </a:t>
            </a:r>
            <a:r>
              <a:rPr lang="en-US"/>
              <a:t>selects the variable with the fewest valid options left, in order to reduce the chance of failure later.</a:t>
            </a:r>
          </a:p>
          <a:p>
            <a:pPr algn="l" rtl="0"/>
            <a:r>
              <a:rPr lang="en-US" b="1"/>
              <a:t>Weighted Value Ordering</a:t>
            </a:r>
            <a:r>
              <a:rPr lang="en-US"/>
              <a:t>, also called cost-based value choice, prefers values that minimize the total cost, based on the defined preferences.</a:t>
            </a:r>
          </a:p>
          <a:p>
            <a:pPr algn="l" rtl="0"/>
            <a:r>
              <a:rPr lang="en-US" b="1"/>
              <a:t>Together, these heuristics allow the system to produce solutions that are not only valid, but also better and more balanced timetables.</a:t>
            </a:r>
          </a:p>
          <a:p>
            <a:pPr algn="l" rtl="0"/>
            <a:endParaRPr lang="en-US" b="1"/>
          </a:p>
          <a:p>
            <a:pPr algn="l" rtl="0"/>
            <a:r>
              <a:rPr lang="he-IL" b="1"/>
              <a:t>עדן</a:t>
            </a:r>
            <a:endParaRPr lang="en-US"/>
          </a:p>
          <a:p>
            <a:endParaRPr lang="he-IL"/>
          </a:p>
        </p:txBody>
      </p:sp>
      <p:sp>
        <p:nvSpPr>
          <p:cNvPr id="4" name="מציין מיקום של מספר שקופית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4DC0CA2-CE29-4DE9-8F12-16F87E121A56}" type="slidenum">
              <a:rPr lang="he-IL" smtClean="0"/>
              <a:t>9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57939795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מציין מיקום של תמונת שקופית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מציין מיקום של הערות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 rtl="0"/>
            <a:r>
              <a:rPr lang="en-US"/>
              <a:t>The system </a:t>
            </a:r>
            <a:r>
              <a:rPr lang="en-US" b="1"/>
              <a:t>will be built</a:t>
            </a:r>
            <a:r>
              <a:rPr lang="en-US"/>
              <a:t> using a </a:t>
            </a:r>
            <a:r>
              <a:rPr lang="en-US" b="1"/>
              <a:t>client–server architecture</a:t>
            </a:r>
            <a:r>
              <a:rPr lang="en-US"/>
              <a:t>.</a:t>
            </a:r>
          </a:p>
          <a:p>
            <a:pPr algn="l" rtl="0"/>
            <a:r>
              <a:rPr lang="en-US"/>
              <a:t>The </a:t>
            </a:r>
            <a:r>
              <a:rPr lang="en-US" b="1"/>
              <a:t>server side will be implemented in Java</a:t>
            </a:r>
            <a:br>
              <a:rPr lang="en-US"/>
            </a:br>
            <a:r>
              <a:rPr lang="en-US"/>
              <a:t>and will be responsible for running the CSP algorithm</a:t>
            </a:r>
            <a:br>
              <a:rPr lang="en-US"/>
            </a:br>
            <a:r>
              <a:rPr lang="en-US"/>
              <a:t>and handling all scheduling logic.</a:t>
            </a:r>
          </a:p>
          <a:p>
            <a:pPr algn="l" rtl="0"/>
            <a:r>
              <a:rPr lang="en-US"/>
              <a:t>The </a:t>
            </a:r>
            <a:r>
              <a:rPr lang="en-US" b="1"/>
              <a:t>client side will be implemented using JavaScript with React</a:t>
            </a:r>
            <a:r>
              <a:rPr lang="en-US"/>
              <a:t>,</a:t>
            </a:r>
            <a:br>
              <a:rPr lang="en-US"/>
            </a:br>
            <a:r>
              <a:rPr lang="en-US"/>
              <a:t>and will provide the user interface for the system.</a:t>
            </a:r>
          </a:p>
          <a:p>
            <a:pPr algn="l" rtl="0"/>
            <a:r>
              <a:rPr lang="en-US"/>
              <a:t>In addition, the system </a:t>
            </a:r>
            <a:r>
              <a:rPr lang="en-US" b="1"/>
              <a:t>will use a cloud-based database</a:t>
            </a:r>
            <a:br>
              <a:rPr lang="en-US"/>
            </a:br>
            <a:r>
              <a:rPr lang="en-US"/>
              <a:t>to store input data, constraints, and generated timetables.</a:t>
            </a:r>
          </a:p>
          <a:p>
            <a:pPr algn="l" rtl="0"/>
            <a:r>
              <a:rPr lang="en-US"/>
              <a:t>This separation between server, client, and database</a:t>
            </a:r>
            <a:br>
              <a:rPr lang="en-US"/>
            </a:br>
            <a:r>
              <a:rPr lang="en-US" b="1"/>
              <a:t>will make the system easier to maintain, update, and extend</a:t>
            </a:r>
            <a:r>
              <a:rPr lang="en-US"/>
              <a:t>.</a:t>
            </a:r>
          </a:p>
          <a:p>
            <a:r>
              <a:rPr lang="he-IL"/>
              <a:t>עדן</a:t>
            </a:r>
          </a:p>
        </p:txBody>
      </p:sp>
      <p:sp>
        <p:nvSpPr>
          <p:cNvPr id="4" name="מציין מיקום של מספר שקופית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4DC0CA2-CE29-4DE9-8F12-16F87E121A56}" type="slidenum">
              <a:rPr lang="he-IL" smtClean="0"/>
              <a:t>10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325080204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מציין מיקום של תמונת שקופית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מציין מיקום של הערות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 rtl="0"/>
            <a:r>
              <a:rPr lang="en-US"/>
              <a:t>The user interface will be designed</a:t>
            </a:r>
            <a:br>
              <a:rPr lang="en-US"/>
            </a:br>
            <a:r>
              <a:rPr lang="en-US"/>
              <a:t>for a non-technical user,</a:t>
            </a:r>
            <a:br>
              <a:rPr lang="en-US"/>
            </a:br>
            <a:r>
              <a:rPr lang="en-US"/>
              <a:t>mainly the department secretary.</a:t>
            </a:r>
          </a:p>
          <a:p>
            <a:pPr algn="l" rtl="0"/>
            <a:r>
              <a:rPr lang="en-US"/>
              <a:t>Through the interface, Ora will be able to</a:t>
            </a:r>
            <a:br>
              <a:rPr lang="en-US"/>
            </a:br>
            <a:r>
              <a:rPr lang="en-US"/>
              <a:t>upload and edit input data</a:t>
            </a:r>
            <a:br>
              <a:rPr lang="en-US"/>
            </a:br>
            <a:r>
              <a:rPr lang="en-US"/>
              <a:t>such as courses, lecturers, rooms, and availability.</a:t>
            </a:r>
          </a:p>
          <a:p>
            <a:pPr algn="l" rtl="0"/>
            <a:r>
              <a:rPr lang="en-US"/>
              <a:t>She will also be able to</a:t>
            </a:r>
            <a:br>
              <a:rPr lang="en-US"/>
            </a:br>
            <a:r>
              <a:rPr lang="en-US"/>
              <a:t>adjust constraints and change their weights</a:t>
            </a:r>
            <a:br>
              <a:rPr lang="en-US"/>
            </a:br>
            <a:r>
              <a:rPr lang="en-US"/>
              <a:t>in order to influence the generated timetable.</a:t>
            </a:r>
          </a:p>
          <a:p>
            <a:pPr algn="l" rtl="0"/>
            <a:r>
              <a:rPr lang="en-US"/>
              <a:t>After running the algorithm,</a:t>
            </a:r>
            <a:br>
              <a:rPr lang="en-US"/>
            </a:br>
            <a:r>
              <a:rPr lang="en-US"/>
              <a:t>the interface will present three different timetable options,</a:t>
            </a:r>
            <a:br>
              <a:rPr lang="en-US"/>
            </a:br>
            <a:r>
              <a:rPr lang="en-US"/>
              <a:t>allowing easy comparison and selection.</a:t>
            </a:r>
          </a:p>
          <a:p>
            <a:pPr algn="l" rtl="0"/>
            <a:r>
              <a:rPr lang="en-US"/>
              <a:t>In addition, Ora will be able to</a:t>
            </a:r>
            <a:br>
              <a:rPr lang="en-US"/>
            </a:br>
            <a:r>
              <a:rPr lang="en-US" b="1"/>
              <a:t>export any selected timetable option to an Excel file</a:t>
            </a:r>
            <a:r>
              <a:rPr lang="en-US"/>
              <a:t>.</a:t>
            </a:r>
          </a:p>
          <a:p>
            <a:pPr algn="l" rtl="0"/>
            <a:endParaRPr lang="en-US"/>
          </a:p>
          <a:p>
            <a:pPr algn="l" rtl="0"/>
            <a:r>
              <a:rPr lang="he-IL"/>
              <a:t>עדן</a:t>
            </a:r>
            <a:endParaRPr lang="en-US"/>
          </a:p>
          <a:p>
            <a:endParaRPr lang="he-IL"/>
          </a:p>
        </p:txBody>
      </p:sp>
      <p:sp>
        <p:nvSpPr>
          <p:cNvPr id="4" name="מציין מיקום של מספר שקופית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4DC0CA2-CE29-4DE9-8F12-16F87E121A56}" type="slidenum">
              <a:rPr lang="he-IL" smtClean="0"/>
              <a:t>11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3289521817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מציין מיקום של תמונת שקופית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מציין מיקום של הערות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 rtl="0"/>
            <a:r>
              <a:rPr lang="en-US"/>
              <a:t>This slide shows the dashboard, which is the main screen of the system.</a:t>
            </a:r>
          </a:p>
          <a:p>
            <a:pPr algn="l" rtl="0"/>
            <a:r>
              <a:rPr lang="en-US"/>
              <a:t>From this screen, we can see what we can do in the system.</a:t>
            </a:r>
          </a:p>
          <a:p>
            <a:pPr algn="l" rtl="0"/>
            <a:r>
              <a:rPr lang="en-US"/>
              <a:t>There are buttons to upload data, generate a timetable, and view the timetable.</a:t>
            </a:r>
          </a:p>
          <a:p>
            <a:pPr algn="l" rtl="0"/>
            <a:r>
              <a:rPr lang="en-US"/>
              <a:t>From the dashboard, we can also move to other screens.</a:t>
            </a:r>
          </a:p>
          <a:p>
            <a:pPr algn="l" rtl="0"/>
            <a:r>
              <a:rPr lang="en-US"/>
              <a:t>In addition, this screen shows general information, such as the total number of courses, lecturers, and classrooms.</a:t>
            </a:r>
            <a:endParaRPr lang="he-IL"/>
          </a:p>
        </p:txBody>
      </p:sp>
      <p:sp>
        <p:nvSpPr>
          <p:cNvPr id="4" name="מציין מיקום של מספר שקופית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4DC0CA2-CE29-4DE9-8F12-16F87E121A56}" type="slidenum">
              <a:rPr lang="he-IL" smtClean="0"/>
              <a:t>12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4150276728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מציין מיקום של תמונת שקופית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מציין מיקום של הערות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 rtl="0"/>
            <a:r>
              <a:rPr lang="en-US"/>
              <a:t>This slide shows the course screen.</a:t>
            </a:r>
          </a:p>
          <a:p>
            <a:pPr algn="l" rtl="0"/>
            <a:r>
              <a:rPr lang="en-US"/>
              <a:t>In this screen, we can see information about each course.</a:t>
            </a:r>
          </a:p>
          <a:p>
            <a:pPr algn="l" rtl="0"/>
            <a:r>
              <a:rPr lang="en-US"/>
              <a:t>This includes the course code and course name, who teaches the course, and the course type, such as lecture, tutorial, or lab.</a:t>
            </a:r>
          </a:p>
          <a:p>
            <a:pPr algn="l" rtl="0"/>
            <a:r>
              <a:rPr lang="en-US"/>
              <a:t>We can also see how many hours the course has and how many students are registered.</a:t>
            </a:r>
            <a:endParaRPr lang="he-IL"/>
          </a:p>
        </p:txBody>
      </p:sp>
      <p:sp>
        <p:nvSpPr>
          <p:cNvPr id="4" name="מציין מיקום של מספר שקופית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4DC0CA2-CE29-4DE9-8F12-16F87E121A56}" type="slidenum">
              <a:rPr lang="he-IL" smtClean="0"/>
              <a:t>13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1235751810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מציין מיקום של תמונת שקופית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מציין מיקום של הערות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 rtl="0"/>
            <a:r>
              <a:rPr lang="en-US"/>
              <a:t>Here you can see how our Generation screen looks.</a:t>
            </a:r>
          </a:p>
          <a:p>
            <a:pPr algn="l" rtl="0"/>
            <a:r>
              <a:rPr lang="en-US"/>
              <a:t>On the left side, we have a list of hard constraints.</a:t>
            </a:r>
            <a:br>
              <a:rPr lang="en-US"/>
            </a:br>
            <a:r>
              <a:rPr lang="en-US"/>
              <a:t>For each constraint, we can choose whether it will be considered or not by selecting it from the list.</a:t>
            </a:r>
          </a:p>
          <a:p>
            <a:pPr algn="l" rtl="0"/>
            <a:r>
              <a:rPr lang="en-US"/>
              <a:t>On the right side, we have the soft constraints.</a:t>
            </a:r>
            <a:br>
              <a:rPr lang="en-US"/>
            </a:br>
            <a:r>
              <a:rPr lang="en-US"/>
              <a:t>For each soft constraint, we can choose how much the system should consider it.</a:t>
            </a:r>
            <a:br>
              <a:rPr lang="en-US"/>
            </a:br>
            <a:r>
              <a:rPr lang="en-US"/>
              <a:t>For example, if we currently prefer a schedule without gaps, we can give this constraint a higher weight,</a:t>
            </a:r>
            <a:br>
              <a:rPr lang="en-US"/>
            </a:br>
            <a:r>
              <a:rPr lang="en-US"/>
              <a:t>and then it will have higher importance.</a:t>
            </a:r>
          </a:p>
          <a:p>
            <a:endParaRPr lang="he-IL"/>
          </a:p>
        </p:txBody>
      </p:sp>
      <p:sp>
        <p:nvSpPr>
          <p:cNvPr id="4" name="מציין מיקום של מספר שקופית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4DC0CA2-CE29-4DE9-8F12-16F87E121A56}" type="slidenum">
              <a:rPr lang="he-IL" smtClean="0"/>
              <a:t>14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3116034130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מציין מיקום של תמונת שקופית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מציין מיקום של הערות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 rtl="0"/>
            <a:r>
              <a:rPr lang="en-US"/>
              <a:t>At the bottom of the same screen, there is a button.</a:t>
            </a:r>
            <a:br>
              <a:rPr lang="en-US"/>
            </a:br>
            <a:r>
              <a:rPr lang="en-US"/>
              <a:t>After clicking it, a progress bar will appear.</a:t>
            </a:r>
          </a:p>
          <a:p>
            <a:pPr algn="l" rtl="0"/>
            <a:r>
              <a:rPr lang="en-US"/>
              <a:t>Since running the algorithm and creating the schedule is not an immediate process, it is important for us to give feedback to the user, so they can see the progress.</a:t>
            </a:r>
          </a:p>
          <a:p>
            <a:endParaRPr lang="he-IL"/>
          </a:p>
        </p:txBody>
      </p:sp>
      <p:sp>
        <p:nvSpPr>
          <p:cNvPr id="4" name="מציין מיקום של מספר שקופית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4DC0CA2-CE29-4DE9-8F12-16F87E121A56}" type="slidenum">
              <a:rPr lang="he-IL" smtClean="0"/>
              <a:t>15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3190988640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מציין מיקום של תמונת שקופית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מציין מיקום של הערות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 rtl="0"/>
            <a:r>
              <a:rPr lang="en-US"/>
              <a:t>Here we can see how the scheduling screen will look.</a:t>
            </a:r>
          </a:p>
          <a:p>
            <a:pPr algn="l" rtl="0"/>
            <a:r>
              <a:rPr lang="en-US"/>
              <a:t>The schedule is displayed in a clear and user-friendly visual way, and there is also an option to view all the different schedules that the algorithm generates.</a:t>
            </a:r>
          </a:p>
          <a:p>
            <a:pPr algn="l" rtl="0"/>
            <a:r>
              <a:rPr lang="en-US"/>
              <a:t>For each schedule, we can save it in the system and also export it to an Excel file.</a:t>
            </a:r>
          </a:p>
          <a:p>
            <a:endParaRPr lang="he-IL"/>
          </a:p>
        </p:txBody>
      </p:sp>
      <p:sp>
        <p:nvSpPr>
          <p:cNvPr id="4" name="מציין מיקום של מספר שקופית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4DC0CA2-CE29-4DE9-8F12-16F87E121A56}" type="slidenum">
              <a:rPr lang="he-IL" smtClean="0"/>
              <a:t>16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306527864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מציין מיקום של תמונת שקופית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מציין מיקום של הערות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 rtl="0"/>
            <a:r>
              <a:rPr lang="en-US" b="0"/>
              <a:t>The system will go through standard functional testing, to ensure that all features work correctly and that the generated timetables are valid.</a:t>
            </a:r>
          </a:p>
          <a:p>
            <a:pPr algn="l" rtl="0"/>
            <a:r>
              <a:rPr lang="en-US"/>
              <a:t>In addition, we will evaluate the </a:t>
            </a:r>
            <a:r>
              <a:rPr lang="en-US" b="0"/>
              <a:t>quality of the scheduling results, </a:t>
            </a:r>
            <a:r>
              <a:rPr lang="en-US"/>
              <a:t>to check that the solutions are not only feasible, but also practical and useful.</a:t>
            </a:r>
          </a:p>
          <a:p>
            <a:pPr algn="l" rtl="0"/>
            <a:r>
              <a:rPr lang="en-US"/>
              <a:t>Beyond technical testing, we will perform </a:t>
            </a:r>
            <a:r>
              <a:rPr lang="en-US" b="0"/>
              <a:t>user-centered testing </a:t>
            </a:r>
            <a:r>
              <a:rPr lang="en-US"/>
              <a:t>together with Ora.</a:t>
            </a:r>
          </a:p>
          <a:p>
            <a:pPr algn="l" rtl="0"/>
            <a:r>
              <a:rPr lang="en-US"/>
              <a:t>During this process, we will present the different system stages, observe how the system is used, and make sure it is </a:t>
            </a:r>
            <a:r>
              <a:rPr lang="en-US" b="0"/>
              <a:t>simple, clear, and accessible</a:t>
            </a:r>
            <a:r>
              <a:rPr lang="en-US"/>
              <a:t>.</a:t>
            </a:r>
          </a:p>
          <a:p>
            <a:pPr algn="l" rtl="0"/>
            <a:r>
              <a:rPr lang="en-US"/>
              <a:t>Finally, Ora will be asked to complete a </a:t>
            </a:r>
            <a:r>
              <a:rPr lang="en-US" b="0"/>
              <a:t>SUS questionnaire </a:t>
            </a:r>
            <a:r>
              <a:rPr lang="en-US"/>
              <a:t>along with additional questions, in order to measure usability and overall satisfaction.</a:t>
            </a:r>
          </a:p>
          <a:p>
            <a:r>
              <a:rPr lang="he-IL"/>
              <a:t>גל</a:t>
            </a:r>
          </a:p>
        </p:txBody>
      </p:sp>
      <p:sp>
        <p:nvSpPr>
          <p:cNvPr id="4" name="מציין מיקום של מספר שקופית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4DC0CA2-CE29-4DE9-8F12-16F87E121A56}" type="slidenum">
              <a:rPr lang="he-IL" smtClean="0"/>
              <a:t>17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3234148799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מציין מיקום של תמונת שקופית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מציין מיקום של הערות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 rtl="0"/>
            <a:r>
              <a:rPr lang="en-US"/>
              <a:t>During the development, we expect several challenges.</a:t>
            </a:r>
            <a:br>
              <a:rPr lang="en-US"/>
            </a:br>
            <a:r>
              <a:rPr lang="en-US"/>
              <a:t>The first challenge is that during development, new constraints may appear that we did not think about before.</a:t>
            </a:r>
            <a:br>
              <a:rPr lang="en-US"/>
            </a:br>
            <a:r>
              <a:rPr lang="en-US"/>
              <a:t>In addition, there will probably be a need for refinement and adjustment based on using real data and receiving feedback from users.</a:t>
            </a:r>
            <a:br>
              <a:rPr lang="en-US"/>
            </a:br>
            <a:r>
              <a:rPr lang="en-US"/>
              <a:t>Also, because we use a cloud database – Firebase – its free plan is limited. Therefore, we need to take this into account and ask users to occasionally delete saved schedules from the system.</a:t>
            </a:r>
          </a:p>
          <a:p>
            <a:pPr algn="l" rtl="0"/>
            <a:r>
              <a:rPr lang="he-IL"/>
              <a:t>גל</a:t>
            </a:r>
          </a:p>
        </p:txBody>
      </p:sp>
      <p:sp>
        <p:nvSpPr>
          <p:cNvPr id="4" name="מציין מיקום של מספר שקופית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4DC0CA2-CE29-4DE9-8F12-16F87E121A56}" type="slidenum">
              <a:rPr lang="he-IL" smtClean="0"/>
              <a:t>18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708509134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מציין מיקום של תמונת שקופית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מציין מיקום של הערות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 rtl="0"/>
            <a:r>
              <a:rPr lang="en-US"/>
              <a:t>In this presentation, we introduced the course timetabling problem and explained how it is handled today.</a:t>
            </a:r>
          </a:p>
          <a:p>
            <a:pPr algn="l" rtl="0"/>
            <a:r>
              <a:rPr lang="en-US"/>
              <a:t>We presented the challenges of manual scheduling and reviewed existing solutions and their limitations.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/>
              <a:t>We then introduced our proposed solution, based on a CSP model with heuristics, designed to produce valid and high-quality timetables.</a:t>
            </a:r>
          </a:p>
          <a:p>
            <a:endParaRPr lang="he-IL"/>
          </a:p>
        </p:txBody>
      </p:sp>
      <p:sp>
        <p:nvSpPr>
          <p:cNvPr id="4" name="מציין מיקום של מספר שקופית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4DC0CA2-CE29-4DE9-8F12-16F87E121A56}" type="slidenum">
              <a:rPr lang="he-IL" smtClean="0"/>
              <a:t>19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317762399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>
            <a:extLst>
              <a:ext uri="{FF2B5EF4-FFF2-40B4-BE49-F238E27FC236}">
                <a16:creationId xmlns:a16="http://schemas.microsoft.com/office/drawing/2014/main" id="{748618E9-EE2D-4864-9EEE-58939BD4FB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-6214" y="-1"/>
            <a:ext cx="12214827" cy="6858000"/>
            <a:chOff x="-6214" y="-1"/>
            <a:chExt cx="12214827" cy="6858000"/>
          </a:xfrm>
        </p:grpSpPr>
        <p:cxnSp>
          <p:nvCxnSpPr>
            <p:cNvPr id="8" name="Straight Connector 7">
              <a:extLst>
                <a:ext uri="{FF2B5EF4-FFF2-40B4-BE49-F238E27FC236}">
                  <a16:creationId xmlns:a16="http://schemas.microsoft.com/office/drawing/2014/main" id="{317D1EC0-23FF-4FC8-B22D-E34878EAA4CC}"/>
                </a:ext>
              </a:extLst>
            </p:cNvPr>
            <p:cNvCxnSpPr>
              <a:cxnSpLocks/>
            </p:cNvCxnSpPr>
            <p:nvPr/>
          </p:nvCxnSpPr>
          <p:spPr>
            <a:xfrm>
              <a:off x="-6214" y="6686283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5AB929A7-258C-4469-AAB4-A67D713F7A80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DA635CDB-2D00-49D5-B26E-0694A25000C7}"/>
                </a:ext>
              </a:extLst>
            </p:cNvPr>
            <p:cNvCxnSpPr>
              <a:cxnSpLocks/>
            </p:cNvCxnSpPr>
            <p:nvPr/>
          </p:nvCxnSpPr>
          <p:spPr>
            <a:xfrm>
              <a:off x="1199325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B4288D7A-F857-418D-92F2-368E841B9F27}"/>
                </a:ext>
              </a:extLst>
            </p:cNvPr>
            <p:cNvCxnSpPr>
              <a:cxnSpLocks/>
            </p:cNvCxnSpPr>
            <p:nvPr/>
          </p:nvCxnSpPr>
          <p:spPr>
            <a:xfrm>
              <a:off x="19252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F1084F50-7F3C-4A4A-877E-FFD9EC7CD88B}"/>
                </a:ext>
              </a:extLst>
            </p:cNvPr>
            <p:cNvCxnSpPr>
              <a:cxnSpLocks/>
            </p:cNvCxnSpPr>
            <p:nvPr/>
          </p:nvCxnSpPr>
          <p:spPr>
            <a:xfrm>
              <a:off x="117592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331E64C1-F4C0-4A94-B319-BB1A0A2450B5}"/>
                </a:ext>
              </a:extLst>
            </p:cNvPr>
            <p:cNvCxnSpPr>
              <a:cxnSpLocks/>
            </p:cNvCxnSpPr>
            <p:nvPr/>
          </p:nvCxnSpPr>
          <p:spPr>
            <a:xfrm>
              <a:off x="215931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363D8374-8052-417F-AB69-B97EAC43D513}"/>
                </a:ext>
              </a:extLst>
            </p:cNvPr>
            <p:cNvCxnSpPr>
              <a:cxnSpLocks/>
            </p:cNvCxnSpPr>
            <p:nvPr/>
          </p:nvCxnSpPr>
          <p:spPr>
            <a:xfrm>
              <a:off x="314271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C7750734-4D51-4019-A003-38A3DE49B434}"/>
                </a:ext>
              </a:extLst>
            </p:cNvPr>
            <p:cNvCxnSpPr>
              <a:cxnSpLocks/>
            </p:cNvCxnSpPr>
            <p:nvPr/>
          </p:nvCxnSpPr>
          <p:spPr>
            <a:xfrm>
              <a:off x="4126104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71B693D1-DBA2-4D3B-9B37-D9EE8C4112F4}"/>
                </a:ext>
              </a:extLst>
            </p:cNvPr>
            <p:cNvCxnSpPr>
              <a:cxnSpLocks/>
            </p:cNvCxnSpPr>
            <p:nvPr/>
          </p:nvCxnSpPr>
          <p:spPr>
            <a:xfrm>
              <a:off x="510949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1BCD3EA8-E4C0-4AF6-817F-F9F29157A499}"/>
                </a:ext>
              </a:extLst>
            </p:cNvPr>
            <p:cNvCxnSpPr>
              <a:cxnSpLocks/>
            </p:cNvCxnSpPr>
            <p:nvPr/>
          </p:nvCxnSpPr>
          <p:spPr>
            <a:xfrm>
              <a:off x="609289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7A170FB3-B397-4AC9-85FD-65388F26D90A}"/>
                </a:ext>
              </a:extLst>
            </p:cNvPr>
            <p:cNvCxnSpPr>
              <a:cxnSpLocks/>
            </p:cNvCxnSpPr>
            <p:nvPr/>
          </p:nvCxnSpPr>
          <p:spPr>
            <a:xfrm>
              <a:off x="707628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BE5EC0B9-49C7-4777-AEC5-B5EF8DE40498}"/>
                </a:ext>
              </a:extLst>
            </p:cNvPr>
            <p:cNvCxnSpPr>
              <a:cxnSpLocks/>
            </p:cNvCxnSpPr>
            <p:nvPr/>
          </p:nvCxnSpPr>
          <p:spPr>
            <a:xfrm>
              <a:off x="805968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7902048B-30F7-4434-87A5-140F9BB4BEB1}"/>
                </a:ext>
              </a:extLst>
            </p:cNvPr>
            <p:cNvCxnSpPr>
              <a:cxnSpLocks/>
            </p:cNvCxnSpPr>
            <p:nvPr/>
          </p:nvCxnSpPr>
          <p:spPr>
            <a:xfrm>
              <a:off x="9043074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0500A6E2-A41C-4751-8A4E-9A0C5718D930}"/>
                </a:ext>
              </a:extLst>
            </p:cNvPr>
            <p:cNvCxnSpPr>
              <a:cxnSpLocks/>
            </p:cNvCxnSpPr>
            <p:nvPr/>
          </p:nvCxnSpPr>
          <p:spPr>
            <a:xfrm>
              <a:off x="1002646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FC259517-7BE7-45F9-81C0-3A6362BF143C}"/>
                </a:ext>
              </a:extLst>
            </p:cNvPr>
            <p:cNvCxnSpPr>
              <a:cxnSpLocks/>
            </p:cNvCxnSpPr>
            <p:nvPr/>
          </p:nvCxnSpPr>
          <p:spPr>
            <a:xfrm>
              <a:off x="1100986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90652F56-7B71-42B2-AB68-22204A6DF177}"/>
                </a:ext>
              </a:extLst>
            </p:cNvPr>
            <p:cNvCxnSpPr>
              <a:cxnSpLocks/>
            </p:cNvCxnSpPr>
            <p:nvPr/>
          </p:nvCxnSpPr>
          <p:spPr>
            <a:xfrm>
              <a:off x="1218578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1059830E-1C3D-4D42-8789-524971CB4657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171716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B53325A7-86D3-4B52-A7E3-ADDF408B4067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714597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6D53F46F-EC12-484C-A4E7-791E57687AC1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1257478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464ED9CA-8950-47B8-A9ED-22B45CE15FBC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1800359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E4429F7B-9FD7-438F-8ECA-3FCAD0061805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2343240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0C558100-D455-4B41-890C-BCC898B2D165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2886121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F2886397-398A-4318-BE16-2CBAC1902F9E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3429002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7D32A3A6-CE6E-4ABD-8522-2C8DC88C070E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3971883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F9014C09-5B84-4798-8BDE-C80D76E67B8E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4514764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2A29EB9E-ED9D-4C69-8A26-9A7A0A830569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5057645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>
              <a:extLst>
                <a:ext uri="{FF2B5EF4-FFF2-40B4-BE49-F238E27FC236}">
                  <a16:creationId xmlns:a16="http://schemas.microsoft.com/office/drawing/2014/main" id="{AA2899F9-1795-416F-8F3D-26EEB684DB6A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5600526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Connector 34">
              <a:extLst>
                <a:ext uri="{FF2B5EF4-FFF2-40B4-BE49-F238E27FC236}">
                  <a16:creationId xmlns:a16="http://schemas.microsoft.com/office/drawing/2014/main" id="{E3043474-8625-495C-BD06-3627FD286C55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6857999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Connector 35">
              <a:extLst>
                <a:ext uri="{FF2B5EF4-FFF2-40B4-BE49-F238E27FC236}">
                  <a16:creationId xmlns:a16="http://schemas.microsoft.com/office/drawing/2014/main" id="{D432CE47-7631-408E-8DDC-79EE378B707B}"/>
                </a:ext>
              </a:extLst>
            </p:cNvPr>
            <p:cNvCxnSpPr>
              <a:cxnSpLocks/>
            </p:cNvCxnSpPr>
            <p:nvPr/>
          </p:nvCxnSpPr>
          <p:spPr>
            <a:xfrm>
              <a:off x="16613" y="6143407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Straight Connector 36">
              <a:extLst>
                <a:ext uri="{FF2B5EF4-FFF2-40B4-BE49-F238E27FC236}">
                  <a16:creationId xmlns:a16="http://schemas.microsoft.com/office/drawing/2014/main" id="{B2C8832D-8B8D-4036-B913-2D363143274B}"/>
                </a:ext>
              </a:extLst>
            </p:cNvPr>
            <p:cNvCxnSpPr>
              <a:cxnSpLocks/>
            </p:cNvCxnSpPr>
            <p:nvPr/>
          </p:nvCxnSpPr>
          <p:spPr>
            <a:xfrm>
              <a:off x="684225" y="171716"/>
              <a:ext cx="0" cy="6511464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Straight Connector 37">
              <a:extLst>
                <a:ext uri="{FF2B5EF4-FFF2-40B4-BE49-F238E27FC236}">
                  <a16:creationId xmlns:a16="http://schemas.microsoft.com/office/drawing/2014/main" id="{1CCEFEAF-E87B-4FF2-A947-94CABAA0610D}"/>
                </a:ext>
              </a:extLst>
            </p:cNvPr>
            <p:cNvCxnSpPr>
              <a:cxnSpLocks/>
            </p:cNvCxnSpPr>
            <p:nvPr/>
          </p:nvCxnSpPr>
          <p:spPr>
            <a:xfrm>
              <a:off x="11508412" y="173267"/>
              <a:ext cx="0" cy="6511464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343A7CD3-94E1-42A9-BAB7-2AFCD9FCBD1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91078" y="722903"/>
            <a:ext cx="10495904" cy="2460770"/>
          </a:xfrm>
        </p:spPr>
        <p:txBody>
          <a:bodyPr anchor="b">
            <a:normAutofit/>
          </a:bodyPr>
          <a:lstStyle>
            <a:lvl1pPr algn="l">
              <a:defRPr sz="5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467609B-8FD3-4FF7-8EBC-6619CA868B3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91078" y="3428997"/>
            <a:ext cx="10495904" cy="2306639"/>
          </a:xfrm>
        </p:spPr>
        <p:txBody>
          <a:bodyPr/>
          <a:lstStyle>
            <a:lvl1pPr marL="0" indent="0" algn="l">
              <a:buNone/>
              <a:defRPr sz="240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39" name="Right Triangle 38">
            <a:extLst>
              <a:ext uri="{FF2B5EF4-FFF2-40B4-BE49-F238E27FC236}">
                <a16:creationId xmlns:a16="http://schemas.microsoft.com/office/drawing/2014/main" id="{2437C4A8-8E3A-4ADA-93B9-64737CE1AB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13500000">
            <a:off x="-281093" y="2607907"/>
            <a:ext cx="568289" cy="568289"/>
          </a:xfrm>
          <a:prstGeom prst="rtTriangle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CC7A76F-3401-4F50-AE85-8F2AA247B9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4DDF35-9479-453D-92E1-38C7FCE43323}" type="datetime1">
              <a:rPr lang="en-US" smtClean="0"/>
              <a:t>1/25/2026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EF02E50-D34E-4DD4-8B3B-55D08F25F5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91078" y="236364"/>
            <a:ext cx="4114800" cy="417126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7B53B71-D2FA-4DDC-9C9C-E26F7B591A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610667" y="6183300"/>
            <a:ext cx="979151" cy="417126"/>
          </a:xfrm>
          <a:prstGeom prst="rect">
            <a:avLst/>
          </a:prstGeom>
        </p:spPr>
        <p:txBody>
          <a:bodyPr/>
          <a:lstStyle>
            <a:lvl1pPr>
              <a:defRPr sz="1400" b="1"/>
            </a:lvl1pPr>
          </a:lstStyle>
          <a:p>
            <a:fld id="{BE15108C-154A-4A5A-9C05-91A49A422BA7}" type="slidenum">
              <a:rPr lang="en-US" smtClean="0"/>
              <a:pPr/>
              <a:t>‹#›</a:t>
            </a:fld>
            <a:endParaRPr lang="en-US" b="1"/>
          </a:p>
        </p:txBody>
      </p:sp>
    </p:spTree>
    <p:extLst>
      <p:ext uri="{BB962C8B-B14F-4D97-AF65-F5344CB8AC3E}">
        <p14:creationId xmlns:p14="http://schemas.microsoft.com/office/powerpoint/2010/main" val="76471142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0D8D6B-70A2-430A-9F5D-DA093D8C16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94A2845-6CA6-4745-A951-25B8D5319D8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A049424-7A20-4BA1-9F60-671A5DBB3B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E620A-EA07-4A6F-82E6-55ABD8DDDF4C}" type="datetime1">
              <a:rPr lang="en-US" smtClean="0"/>
              <a:t>1/25/2026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F1BD2B2-E17F-402E-8EA3-5C7C1118A8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5F819A36-27AC-FA59-6BB8-CB487AD14E1B}"/>
              </a:ext>
            </a:extLst>
          </p:cNvPr>
          <p:cNvSpPr txBox="1">
            <a:spLocks/>
          </p:cNvSpPr>
          <p:nvPr userDrawn="1"/>
        </p:nvSpPr>
        <p:spPr>
          <a:xfrm>
            <a:off x="5610667" y="6183300"/>
            <a:ext cx="979151" cy="417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457200" rtl="0" eaLnBrk="1" latinLnBrk="0" hangingPunct="1">
              <a:defRPr sz="1400" b="1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BE15108C-154A-4A5A-9C05-91A49A422BA7}" type="slidenum">
              <a:rPr lang="en-US" sz="1400" b="1" kern="1200" smtClean="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rPr>
              <a:pPr/>
              <a:t>‹#›</a:t>
            </a:fld>
            <a:endParaRPr lang="en-US" sz="1400" b="1" kern="1200">
              <a:solidFill>
                <a:schemeClr val="tx1">
                  <a:tint val="75000"/>
                </a:schemeClr>
              </a:solidFill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63745243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>
            <a:extLst>
              <a:ext uri="{FF2B5EF4-FFF2-40B4-BE49-F238E27FC236}">
                <a16:creationId xmlns:a16="http://schemas.microsoft.com/office/drawing/2014/main" id="{A69DB7AC-F7D7-430A-A2A7-CD3EBBF1D3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-6214" y="-1"/>
            <a:ext cx="12214827" cy="6858000"/>
            <a:chOff x="-6214" y="-1"/>
            <a:chExt cx="12214827" cy="6858000"/>
          </a:xfrm>
        </p:grpSpPr>
        <p:cxnSp>
          <p:nvCxnSpPr>
            <p:cNvPr id="8" name="Straight Connector 7">
              <a:extLst>
                <a:ext uri="{FF2B5EF4-FFF2-40B4-BE49-F238E27FC236}">
                  <a16:creationId xmlns:a16="http://schemas.microsoft.com/office/drawing/2014/main" id="{66AAF10E-F092-4160-BF4A-FF568555B790}"/>
                </a:ext>
              </a:extLst>
            </p:cNvPr>
            <p:cNvCxnSpPr>
              <a:cxnSpLocks/>
            </p:cNvCxnSpPr>
            <p:nvPr/>
          </p:nvCxnSpPr>
          <p:spPr>
            <a:xfrm>
              <a:off x="-6214" y="6686283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36341C04-9B94-4385-A661-7B8C17000497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F4C1D709-6A0F-409C-B2D0-C248E562265E}"/>
                </a:ext>
              </a:extLst>
            </p:cNvPr>
            <p:cNvCxnSpPr>
              <a:cxnSpLocks/>
            </p:cNvCxnSpPr>
            <p:nvPr/>
          </p:nvCxnSpPr>
          <p:spPr>
            <a:xfrm>
              <a:off x="1199325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B999BE53-BA11-4B67-BFBB-6281DB50C75D}"/>
                </a:ext>
              </a:extLst>
            </p:cNvPr>
            <p:cNvCxnSpPr>
              <a:cxnSpLocks/>
            </p:cNvCxnSpPr>
            <p:nvPr/>
          </p:nvCxnSpPr>
          <p:spPr>
            <a:xfrm>
              <a:off x="19252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9B662D93-31C1-4DFB-A938-E631F89AA9F0}"/>
                </a:ext>
              </a:extLst>
            </p:cNvPr>
            <p:cNvCxnSpPr>
              <a:cxnSpLocks/>
            </p:cNvCxnSpPr>
            <p:nvPr/>
          </p:nvCxnSpPr>
          <p:spPr>
            <a:xfrm>
              <a:off x="117592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97ECC8DA-0BEC-4508-89D4-12FA35B481F5}"/>
                </a:ext>
              </a:extLst>
            </p:cNvPr>
            <p:cNvCxnSpPr>
              <a:cxnSpLocks/>
            </p:cNvCxnSpPr>
            <p:nvPr/>
          </p:nvCxnSpPr>
          <p:spPr>
            <a:xfrm>
              <a:off x="215931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67DC8E6C-1B78-4B89-82DD-BBA778CD1482}"/>
                </a:ext>
              </a:extLst>
            </p:cNvPr>
            <p:cNvCxnSpPr>
              <a:cxnSpLocks/>
            </p:cNvCxnSpPr>
            <p:nvPr/>
          </p:nvCxnSpPr>
          <p:spPr>
            <a:xfrm>
              <a:off x="314271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28E5F54A-0315-4B15-B865-1F0460526260}"/>
                </a:ext>
              </a:extLst>
            </p:cNvPr>
            <p:cNvCxnSpPr>
              <a:cxnSpLocks/>
            </p:cNvCxnSpPr>
            <p:nvPr/>
          </p:nvCxnSpPr>
          <p:spPr>
            <a:xfrm>
              <a:off x="4126104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4DD7F352-DE39-4835-8D3F-69CDEC490F1E}"/>
                </a:ext>
              </a:extLst>
            </p:cNvPr>
            <p:cNvCxnSpPr>
              <a:cxnSpLocks/>
            </p:cNvCxnSpPr>
            <p:nvPr/>
          </p:nvCxnSpPr>
          <p:spPr>
            <a:xfrm>
              <a:off x="510949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49D6F20A-F777-4F41-B23B-735A64FA5DA3}"/>
                </a:ext>
              </a:extLst>
            </p:cNvPr>
            <p:cNvCxnSpPr>
              <a:cxnSpLocks/>
            </p:cNvCxnSpPr>
            <p:nvPr/>
          </p:nvCxnSpPr>
          <p:spPr>
            <a:xfrm>
              <a:off x="609289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21BBADBA-0F74-418B-BC50-AD44596C3EF8}"/>
                </a:ext>
              </a:extLst>
            </p:cNvPr>
            <p:cNvCxnSpPr>
              <a:cxnSpLocks/>
            </p:cNvCxnSpPr>
            <p:nvPr/>
          </p:nvCxnSpPr>
          <p:spPr>
            <a:xfrm>
              <a:off x="707628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3918BE26-88E5-457C-8095-745F34D15366}"/>
                </a:ext>
              </a:extLst>
            </p:cNvPr>
            <p:cNvCxnSpPr>
              <a:cxnSpLocks/>
            </p:cNvCxnSpPr>
            <p:nvPr/>
          </p:nvCxnSpPr>
          <p:spPr>
            <a:xfrm>
              <a:off x="805968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4FB269E0-E058-4340-B93D-7D40FFF521F3}"/>
                </a:ext>
              </a:extLst>
            </p:cNvPr>
            <p:cNvCxnSpPr>
              <a:cxnSpLocks/>
            </p:cNvCxnSpPr>
            <p:nvPr/>
          </p:nvCxnSpPr>
          <p:spPr>
            <a:xfrm>
              <a:off x="9043074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EDDD9AEE-5501-4385-B339-4616F567B53D}"/>
                </a:ext>
              </a:extLst>
            </p:cNvPr>
            <p:cNvCxnSpPr>
              <a:cxnSpLocks/>
            </p:cNvCxnSpPr>
            <p:nvPr/>
          </p:nvCxnSpPr>
          <p:spPr>
            <a:xfrm>
              <a:off x="1002646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84D29C61-8926-4C98-882B-AB90108C8386}"/>
                </a:ext>
              </a:extLst>
            </p:cNvPr>
            <p:cNvCxnSpPr>
              <a:cxnSpLocks/>
            </p:cNvCxnSpPr>
            <p:nvPr/>
          </p:nvCxnSpPr>
          <p:spPr>
            <a:xfrm>
              <a:off x="1100986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CAC585F9-B633-4F7E-AADE-75079DC17158}"/>
                </a:ext>
              </a:extLst>
            </p:cNvPr>
            <p:cNvCxnSpPr>
              <a:cxnSpLocks/>
            </p:cNvCxnSpPr>
            <p:nvPr/>
          </p:nvCxnSpPr>
          <p:spPr>
            <a:xfrm>
              <a:off x="1218578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E5DC6366-5525-4FBC-9886-D4409F6B2993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171716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7CC03CF9-098C-4140-806A-023D3DC3F2E3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714597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D9C41BC4-89DF-4EC4-A141-9EF16D8EEB5B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1257478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432AD067-E64C-499E-9C0A-A72525874417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1800359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6653DD54-FA2B-4B91-A94E-3C46AE21B385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2343240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586AC204-156B-442E-B028-01036BD1F267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2886121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303512DE-F013-431A-9F6E-ADDA88FB2DD5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3429002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8E95FEE1-61A9-4065-B9F8-5589180AC62B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3971883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5028AA59-C1FA-46C0-BFDD-1C1D3404C81C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4514764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0A5C99EE-B791-470A-8639-0357A751EB43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5057645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>
              <a:extLst>
                <a:ext uri="{FF2B5EF4-FFF2-40B4-BE49-F238E27FC236}">
                  <a16:creationId xmlns:a16="http://schemas.microsoft.com/office/drawing/2014/main" id="{454F4204-F48B-4AF5-B11E-0CE7D972AC37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5600526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Connector 34">
              <a:extLst>
                <a:ext uri="{FF2B5EF4-FFF2-40B4-BE49-F238E27FC236}">
                  <a16:creationId xmlns:a16="http://schemas.microsoft.com/office/drawing/2014/main" id="{076643FE-3966-4B82-9623-C61A56EDD20C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6857999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Connector 35">
              <a:extLst>
                <a:ext uri="{FF2B5EF4-FFF2-40B4-BE49-F238E27FC236}">
                  <a16:creationId xmlns:a16="http://schemas.microsoft.com/office/drawing/2014/main" id="{2DD769C5-B1B1-45BD-A40A-67E6568C8434}"/>
                </a:ext>
              </a:extLst>
            </p:cNvPr>
            <p:cNvCxnSpPr>
              <a:cxnSpLocks/>
            </p:cNvCxnSpPr>
            <p:nvPr/>
          </p:nvCxnSpPr>
          <p:spPr>
            <a:xfrm>
              <a:off x="16613" y="6143407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Straight Connector 36">
              <a:extLst>
                <a:ext uri="{FF2B5EF4-FFF2-40B4-BE49-F238E27FC236}">
                  <a16:creationId xmlns:a16="http://schemas.microsoft.com/office/drawing/2014/main" id="{2A511707-50C7-48B2-81F7-5C82BF57795C}"/>
                </a:ext>
              </a:extLst>
            </p:cNvPr>
            <p:cNvCxnSpPr>
              <a:cxnSpLocks/>
            </p:cNvCxnSpPr>
            <p:nvPr/>
          </p:nvCxnSpPr>
          <p:spPr>
            <a:xfrm>
              <a:off x="684225" y="171716"/>
              <a:ext cx="0" cy="6511464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Straight Connector 37">
              <a:extLst>
                <a:ext uri="{FF2B5EF4-FFF2-40B4-BE49-F238E27FC236}">
                  <a16:creationId xmlns:a16="http://schemas.microsoft.com/office/drawing/2014/main" id="{838D44F3-CCFE-48A0-8414-FFF5E43D9184}"/>
                </a:ext>
              </a:extLst>
            </p:cNvPr>
            <p:cNvCxnSpPr>
              <a:cxnSpLocks/>
            </p:cNvCxnSpPr>
            <p:nvPr/>
          </p:nvCxnSpPr>
          <p:spPr>
            <a:xfrm>
              <a:off x="11508412" y="173267"/>
              <a:ext cx="0" cy="6511464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2D126FE0-8204-40BB-AD46-4A0C7A4751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1078" y="718115"/>
            <a:ext cx="10312571" cy="2781501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B25E350-4200-419C-A167-527DD6B7779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91078" y="3753350"/>
            <a:ext cx="10312571" cy="1991572"/>
          </a:xfrm>
        </p:spPr>
        <p:txBody>
          <a:bodyPr/>
          <a:lstStyle>
            <a:lvl1pPr marL="0" indent="0">
              <a:buNone/>
              <a:defRPr lang="en-US" sz="24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Right Triangle 38">
            <a:extLst>
              <a:ext uri="{FF2B5EF4-FFF2-40B4-BE49-F238E27FC236}">
                <a16:creationId xmlns:a16="http://schemas.microsoft.com/office/drawing/2014/main" id="{6741F519-22CF-4C01-B140-5480DBAB30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13500000">
            <a:off x="-281093" y="2607907"/>
            <a:ext cx="568289" cy="568289"/>
          </a:xfrm>
          <a:prstGeom prst="rtTriangle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05D1550-9064-4767-B70A-3501AF956C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74870B-865A-430E-8954-59E86D1B0376}" type="datetime1">
              <a:rPr lang="en-US" smtClean="0"/>
              <a:t>1/25/2026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81E1C33-2E8E-4041-9683-12048CB8AB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0" name="Slide Number Placeholder 5">
            <a:extLst>
              <a:ext uri="{FF2B5EF4-FFF2-40B4-BE49-F238E27FC236}">
                <a16:creationId xmlns:a16="http://schemas.microsoft.com/office/drawing/2014/main" id="{79789B85-ED73-27A7-68E6-4AA15C6BADBF}"/>
              </a:ext>
            </a:extLst>
          </p:cNvPr>
          <p:cNvSpPr txBox="1">
            <a:spLocks/>
          </p:cNvSpPr>
          <p:nvPr userDrawn="1"/>
        </p:nvSpPr>
        <p:spPr>
          <a:xfrm>
            <a:off x="5610667" y="6183300"/>
            <a:ext cx="979151" cy="417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457200" rtl="0" eaLnBrk="1" latinLnBrk="0" hangingPunct="1">
              <a:defRPr sz="1400" b="1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BE15108C-154A-4A5A-9C05-91A49A422BA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768344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ACFDF5-4B31-4F1B-83BA-82A9510379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1078" y="722903"/>
            <a:ext cx="10312571" cy="1354844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14EC9A6-F718-4497-8A75-637EE17458E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91078" y="2345843"/>
            <a:ext cx="5009584" cy="32743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D503E57-9695-4508-9778-B3DB1FB5FAB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935075" y="2345843"/>
            <a:ext cx="5068574" cy="32743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474CEE6-B9DC-4CCC-8F4C-0B4DADFB01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3E8633-638D-49E1-905B-D044DFC7F4A9}" type="datetime1">
              <a:rPr lang="en-US" smtClean="0"/>
              <a:t>1/25/2026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AC85191-5804-47C9-95EB-D49D715737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A5529DF1-F13C-8392-3979-1DDD239EF3E4}"/>
              </a:ext>
            </a:extLst>
          </p:cNvPr>
          <p:cNvSpPr txBox="1">
            <a:spLocks/>
          </p:cNvSpPr>
          <p:nvPr userDrawn="1"/>
        </p:nvSpPr>
        <p:spPr>
          <a:xfrm>
            <a:off x="5610667" y="6183300"/>
            <a:ext cx="979151" cy="417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457200" rtl="0" eaLnBrk="1" latinLnBrk="0" hangingPunct="1">
              <a:defRPr sz="1400" b="1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BE15108C-154A-4A5A-9C05-91A49A422BA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389856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6920E6-CC97-4BD8-92FE-8F36024D0E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1078" y="722900"/>
            <a:ext cx="10320062" cy="140750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73872FB-EDD5-42FB-8A9A-279EAD4FB0D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91078" y="2331481"/>
            <a:ext cx="4963444" cy="540072"/>
          </a:xfrm>
        </p:spPr>
        <p:txBody>
          <a:bodyPr anchor="b"/>
          <a:lstStyle>
            <a:lvl1pPr marL="0" indent="0">
              <a:buNone/>
              <a:defRPr sz="2400" b="0" i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45F28C1-95C8-476A-8D93-D580DD39D8F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91078" y="2954564"/>
            <a:ext cx="4963444" cy="279035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4315485-EE1A-41B0-873A-BA9D06E88BF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03351" y="2331481"/>
            <a:ext cx="4900298" cy="540072"/>
          </a:xfrm>
        </p:spPr>
        <p:txBody>
          <a:bodyPr anchor="b"/>
          <a:lstStyle>
            <a:lvl1pPr marL="0" indent="0">
              <a:buNone/>
              <a:defRPr sz="2400" b="0" i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581A6FB-1583-4A1B-A4A7-C65062C57B7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03351" y="2954564"/>
            <a:ext cx="4900298" cy="279035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3A29EA7-E61E-4617-9DA9-40B9299B328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83587" y="6215870"/>
            <a:ext cx="3843779" cy="417126"/>
          </a:xfrm>
        </p:spPr>
        <p:txBody>
          <a:bodyPr/>
          <a:lstStyle/>
          <a:p>
            <a:fld id="{636D636C-AED1-49CF-B0B8-37AE4E24B338}" type="datetime1">
              <a:rPr lang="en-US" smtClean="0"/>
              <a:t>1/25/2026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56249CC-EB72-46A6-87D9-5FBDA8E450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91078" y="236364"/>
            <a:ext cx="4114800" cy="417126"/>
          </a:xfrm>
        </p:spPr>
        <p:txBody>
          <a:bodyPr/>
          <a:lstStyle/>
          <a:p>
            <a:endParaRPr lang="en-US"/>
          </a:p>
        </p:txBody>
      </p:sp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E2812B39-645C-EF64-7CC7-AE0C86FC965F}"/>
              </a:ext>
            </a:extLst>
          </p:cNvPr>
          <p:cNvSpPr txBox="1">
            <a:spLocks/>
          </p:cNvSpPr>
          <p:nvPr userDrawn="1"/>
        </p:nvSpPr>
        <p:spPr>
          <a:xfrm>
            <a:off x="5610667" y="6183300"/>
            <a:ext cx="979151" cy="417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457200" rtl="0" eaLnBrk="1" latinLnBrk="0" hangingPunct="1">
              <a:defRPr sz="1400" b="1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BE15108C-154A-4A5A-9C05-91A49A422BA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880565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EE4946-24AD-40DD-95A7-49BA49C227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1078" y="722903"/>
            <a:ext cx="10501177" cy="1401231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D8CF342-49F6-482D-943E-7E50B1694A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0CCB3C-CD62-4672-86B2-16AF8F64BAFD}" type="datetime1">
              <a:rPr lang="en-US" smtClean="0"/>
              <a:t>1/25/2026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64033E5-3797-4FF8-866F-9FD9325A9F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91078" y="236364"/>
            <a:ext cx="4114800" cy="417126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E131B7D-401A-BC75-87C4-67C7326B13DE}"/>
              </a:ext>
            </a:extLst>
          </p:cNvPr>
          <p:cNvSpPr txBox="1">
            <a:spLocks/>
          </p:cNvSpPr>
          <p:nvPr userDrawn="1"/>
        </p:nvSpPr>
        <p:spPr>
          <a:xfrm>
            <a:off x="5610667" y="6183300"/>
            <a:ext cx="979151" cy="417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457200" rtl="0" eaLnBrk="1" latinLnBrk="0" hangingPunct="1">
              <a:defRPr sz="1400" b="1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BE15108C-154A-4A5A-9C05-91A49A422BA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929620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4">
            <a:extLst>
              <a:ext uri="{FF2B5EF4-FFF2-40B4-BE49-F238E27FC236}">
                <a16:creationId xmlns:a16="http://schemas.microsoft.com/office/drawing/2014/main" id="{45BED274-5EB4-4EF4-B353-E55BD502655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-6214" y="-1"/>
            <a:ext cx="12214827" cy="6858000"/>
            <a:chOff x="-6214" y="-1"/>
            <a:chExt cx="12214827" cy="6858000"/>
          </a:xfrm>
        </p:grpSpPr>
        <p:cxnSp>
          <p:nvCxnSpPr>
            <p:cNvPr id="6" name="Straight Connector 5">
              <a:extLst>
                <a:ext uri="{FF2B5EF4-FFF2-40B4-BE49-F238E27FC236}">
                  <a16:creationId xmlns:a16="http://schemas.microsoft.com/office/drawing/2014/main" id="{E0418BE5-560E-4E49-B12D-B555511FED72}"/>
                </a:ext>
              </a:extLst>
            </p:cNvPr>
            <p:cNvCxnSpPr>
              <a:cxnSpLocks/>
            </p:cNvCxnSpPr>
            <p:nvPr/>
          </p:nvCxnSpPr>
          <p:spPr>
            <a:xfrm>
              <a:off x="-6214" y="6686283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Straight Connector 6">
              <a:extLst>
                <a:ext uri="{FF2B5EF4-FFF2-40B4-BE49-F238E27FC236}">
                  <a16:creationId xmlns:a16="http://schemas.microsoft.com/office/drawing/2014/main" id="{849D1162-73B9-420F-BCBE-95039D00CD24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Straight Connector 7">
              <a:extLst>
                <a:ext uri="{FF2B5EF4-FFF2-40B4-BE49-F238E27FC236}">
                  <a16:creationId xmlns:a16="http://schemas.microsoft.com/office/drawing/2014/main" id="{92BA76FE-316A-48E2-A03B-4E05691C4348}"/>
                </a:ext>
              </a:extLst>
            </p:cNvPr>
            <p:cNvCxnSpPr>
              <a:cxnSpLocks/>
            </p:cNvCxnSpPr>
            <p:nvPr/>
          </p:nvCxnSpPr>
          <p:spPr>
            <a:xfrm>
              <a:off x="1199325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0E678FBC-A6AD-4422-BA24-A4172F8862CA}"/>
                </a:ext>
              </a:extLst>
            </p:cNvPr>
            <p:cNvCxnSpPr>
              <a:cxnSpLocks/>
            </p:cNvCxnSpPr>
            <p:nvPr/>
          </p:nvCxnSpPr>
          <p:spPr>
            <a:xfrm>
              <a:off x="19252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DD3C5C3E-2D08-43F0-AFAC-E15360CA7D34}"/>
                </a:ext>
              </a:extLst>
            </p:cNvPr>
            <p:cNvCxnSpPr>
              <a:cxnSpLocks/>
            </p:cNvCxnSpPr>
            <p:nvPr/>
          </p:nvCxnSpPr>
          <p:spPr>
            <a:xfrm>
              <a:off x="117592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E0BEAC62-AF92-4A65-9790-6F6E0C6C5A1F}"/>
                </a:ext>
              </a:extLst>
            </p:cNvPr>
            <p:cNvCxnSpPr>
              <a:cxnSpLocks/>
            </p:cNvCxnSpPr>
            <p:nvPr/>
          </p:nvCxnSpPr>
          <p:spPr>
            <a:xfrm>
              <a:off x="215931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3C77D7C5-E76E-4E82-BFC4-9A75D2C8089D}"/>
                </a:ext>
              </a:extLst>
            </p:cNvPr>
            <p:cNvCxnSpPr>
              <a:cxnSpLocks/>
            </p:cNvCxnSpPr>
            <p:nvPr/>
          </p:nvCxnSpPr>
          <p:spPr>
            <a:xfrm>
              <a:off x="314271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C66E0152-96B9-4067-80D3-D9BDE6D7EC95}"/>
                </a:ext>
              </a:extLst>
            </p:cNvPr>
            <p:cNvCxnSpPr>
              <a:cxnSpLocks/>
            </p:cNvCxnSpPr>
            <p:nvPr/>
          </p:nvCxnSpPr>
          <p:spPr>
            <a:xfrm>
              <a:off x="4126104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0918AFCC-B9DA-4092-8FBA-2CFEDB0388E3}"/>
                </a:ext>
              </a:extLst>
            </p:cNvPr>
            <p:cNvCxnSpPr>
              <a:cxnSpLocks/>
            </p:cNvCxnSpPr>
            <p:nvPr/>
          </p:nvCxnSpPr>
          <p:spPr>
            <a:xfrm>
              <a:off x="510949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91EC7D33-C87E-4812-A722-53C5D99272B5}"/>
                </a:ext>
              </a:extLst>
            </p:cNvPr>
            <p:cNvCxnSpPr>
              <a:cxnSpLocks/>
            </p:cNvCxnSpPr>
            <p:nvPr/>
          </p:nvCxnSpPr>
          <p:spPr>
            <a:xfrm>
              <a:off x="609289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95F239E3-501A-4C3C-9BE4-6BFA0D3126B7}"/>
                </a:ext>
              </a:extLst>
            </p:cNvPr>
            <p:cNvCxnSpPr>
              <a:cxnSpLocks/>
            </p:cNvCxnSpPr>
            <p:nvPr/>
          </p:nvCxnSpPr>
          <p:spPr>
            <a:xfrm>
              <a:off x="707628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9B62BF3B-95BB-4188-AAE5-015A0EF3D186}"/>
                </a:ext>
              </a:extLst>
            </p:cNvPr>
            <p:cNvCxnSpPr>
              <a:cxnSpLocks/>
            </p:cNvCxnSpPr>
            <p:nvPr/>
          </p:nvCxnSpPr>
          <p:spPr>
            <a:xfrm>
              <a:off x="805968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B14E5F0F-0124-40D0-A0BF-AE307A0E15F4}"/>
                </a:ext>
              </a:extLst>
            </p:cNvPr>
            <p:cNvCxnSpPr>
              <a:cxnSpLocks/>
            </p:cNvCxnSpPr>
            <p:nvPr/>
          </p:nvCxnSpPr>
          <p:spPr>
            <a:xfrm>
              <a:off x="9043074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2BADC3B1-26C7-4CF1-B29D-4D0DEA3E2633}"/>
                </a:ext>
              </a:extLst>
            </p:cNvPr>
            <p:cNvCxnSpPr>
              <a:cxnSpLocks/>
            </p:cNvCxnSpPr>
            <p:nvPr/>
          </p:nvCxnSpPr>
          <p:spPr>
            <a:xfrm>
              <a:off x="1002646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A0A7DF6E-1132-4A80-9B18-593B1ACD7784}"/>
                </a:ext>
              </a:extLst>
            </p:cNvPr>
            <p:cNvCxnSpPr>
              <a:cxnSpLocks/>
            </p:cNvCxnSpPr>
            <p:nvPr/>
          </p:nvCxnSpPr>
          <p:spPr>
            <a:xfrm>
              <a:off x="1100986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9EF19589-10D8-4A8F-A0B1-F7CE380E3001}"/>
                </a:ext>
              </a:extLst>
            </p:cNvPr>
            <p:cNvCxnSpPr>
              <a:cxnSpLocks/>
            </p:cNvCxnSpPr>
            <p:nvPr/>
          </p:nvCxnSpPr>
          <p:spPr>
            <a:xfrm>
              <a:off x="1218578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28E6BB32-C4F8-4914-88D3-7DC5E79D023E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171716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A8F046EE-9DBA-4924-A19C-ED8741F5F810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714597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8AABBC44-ABA8-4913-824E-64D344724644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1257478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54272B22-1C39-47A0-8551-73666AFBEECC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1800359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08CDFF66-464C-4ABF-BB01-00500A3B7517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2343240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3079FC88-BD3B-4C04-9B90-0FC93C179217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2886121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B1FCAED8-8687-4141-A7C3-0D88ACEDFECA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3429002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065038E6-7B32-460F-B804-D6C105FF44C9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3971883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EC5DAE85-AD17-454B-AB64-CEFF52FDAB9D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4514764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8C603643-2066-4967-AE4B-9DA143843B25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5057645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437E9533-9B07-43E3-B939-7BADC01FEE86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5600526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EDCCAAEE-AB2E-4534-893A-3DB109499FBB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6857999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>
              <a:extLst>
                <a:ext uri="{FF2B5EF4-FFF2-40B4-BE49-F238E27FC236}">
                  <a16:creationId xmlns:a16="http://schemas.microsoft.com/office/drawing/2014/main" id="{48BD39A2-970F-4714-AAA6-67EE99A0EAA9}"/>
                </a:ext>
              </a:extLst>
            </p:cNvPr>
            <p:cNvCxnSpPr>
              <a:cxnSpLocks/>
            </p:cNvCxnSpPr>
            <p:nvPr/>
          </p:nvCxnSpPr>
          <p:spPr>
            <a:xfrm>
              <a:off x="16613" y="6143407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Connector 34">
              <a:extLst>
                <a:ext uri="{FF2B5EF4-FFF2-40B4-BE49-F238E27FC236}">
                  <a16:creationId xmlns:a16="http://schemas.microsoft.com/office/drawing/2014/main" id="{CF4A1387-348B-4E46-9B65-FDF76ED0EF20}"/>
                </a:ext>
              </a:extLst>
            </p:cNvPr>
            <p:cNvCxnSpPr>
              <a:cxnSpLocks/>
            </p:cNvCxnSpPr>
            <p:nvPr/>
          </p:nvCxnSpPr>
          <p:spPr>
            <a:xfrm>
              <a:off x="684225" y="171716"/>
              <a:ext cx="0" cy="6511464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Connector 35">
              <a:extLst>
                <a:ext uri="{FF2B5EF4-FFF2-40B4-BE49-F238E27FC236}">
                  <a16:creationId xmlns:a16="http://schemas.microsoft.com/office/drawing/2014/main" id="{BF5DAF27-A54D-442A-93E4-BA7F04EAE379}"/>
                </a:ext>
              </a:extLst>
            </p:cNvPr>
            <p:cNvCxnSpPr>
              <a:cxnSpLocks/>
            </p:cNvCxnSpPr>
            <p:nvPr/>
          </p:nvCxnSpPr>
          <p:spPr>
            <a:xfrm>
              <a:off x="11508412" y="173267"/>
              <a:ext cx="0" cy="6511464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2EA265F-80A1-448D-A6EB-CE8D6F6EC7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CE72DD-75D9-499F-92A2-30424F22F939}" type="datetime1">
              <a:rPr lang="en-US" smtClean="0"/>
              <a:t>1/25/2026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815D00D-89E6-4E7A-9A4D-A8CCEB3BED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7" name="Slide Number Placeholder 5">
            <a:extLst>
              <a:ext uri="{FF2B5EF4-FFF2-40B4-BE49-F238E27FC236}">
                <a16:creationId xmlns:a16="http://schemas.microsoft.com/office/drawing/2014/main" id="{7FBF33CF-916C-464B-A1A3-C9CCA606EA39}"/>
              </a:ext>
            </a:extLst>
          </p:cNvPr>
          <p:cNvSpPr txBox="1">
            <a:spLocks/>
          </p:cNvSpPr>
          <p:nvPr userDrawn="1"/>
        </p:nvSpPr>
        <p:spPr>
          <a:xfrm>
            <a:off x="5610667" y="6183300"/>
            <a:ext cx="979151" cy="417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457200" rtl="0" eaLnBrk="1" latinLnBrk="0" hangingPunct="1">
              <a:defRPr sz="1400" b="1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BE15108C-154A-4A5A-9C05-91A49A422BA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15748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Right Triangle 39">
            <a:extLst>
              <a:ext uri="{FF2B5EF4-FFF2-40B4-BE49-F238E27FC236}">
                <a16:creationId xmlns:a16="http://schemas.microsoft.com/office/drawing/2014/main" id="{C4853C57-22BC-4465-8B37-DC06FE5A000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13500000">
            <a:off x="-281092" y="3144857"/>
            <a:ext cx="568289" cy="568289"/>
          </a:xfrm>
          <a:prstGeom prst="rtTriangle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E67C0A6-48E9-4845-9EBF-EF2A3DFD27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3587" y="713677"/>
            <a:ext cx="4499914" cy="2996581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2A8B542-2084-485C-ABFC-94340B4C7E7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698672" y="708102"/>
            <a:ext cx="5656716" cy="5430644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647791F-9546-470D-A174-D75285263C2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83587" y="3976544"/>
            <a:ext cx="4499914" cy="2162201"/>
          </a:xfrm>
        </p:spPr>
        <p:txBody>
          <a:bodyPr>
            <a:normAutofit/>
          </a:bodyPr>
          <a:lstStyle>
            <a:lvl1pPr marL="0" indent="0">
              <a:buNone/>
              <a:defRPr lang="en-US" sz="2400" b="0" i="1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marL="0" lvl="0" indent="0" algn="l" defTabSz="914400" rtl="0" eaLnBrk="1" latinLnBrk="0" hangingPunct="1">
              <a:lnSpc>
                <a:spcPct val="110000"/>
              </a:lnSpc>
              <a:spcBef>
                <a:spcPts val="1000"/>
              </a:spcBef>
              <a:buClr>
                <a:schemeClr val="tx2">
                  <a:lumMod val="50000"/>
                  <a:lumOff val="50000"/>
                </a:schemeClr>
              </a:buClr>
              <a:buSzPct val="75000"/>
              <a:buFont typeface="Wingdings" panose="05000000000000000000" pitchFamily="2" charset="2"/>
              <a:buNone/>
            </a:pPr>
            <a:r>
              <a:rPr lang="en-US"/>
              <a:t>Click to edit Master text styles</a:t>
            </a: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0550D594-9D00-4E12-9A7B-8B78EC1994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-6214" y="-1"/>
            <a:ext cx="12214827" cy="6858000"/>
            <a:chOff x="-6214" y="-1"/>
            <a:chExt cx="12214827" cy="6858000"/>
          </a:xfrm>
        </p:grpSpPr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C5DEA230-2680-47DD-BD49-FDBF4C1105A5}"/>
                </a:ext>
              </a:extLst>
            </p:cNvPr>
            <p:cNvCxnSpPr>
              <a:cxnSpLocks/>
            </p:cNvCxnSpPr>
            <p:nvPr/>
          </p:nvCxnSpPr>
          <p:spPr>
            <a:xfrm>
              <a:off x="-6214" y="6686283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EF0BA61D-887F-46F1-B20D-EA4C38D467CE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F350DFBA-D16D-4AE0-8339-58C4089B94AD}"/>
                </a:ext>
              </a:extLst>
            </p:cNvPr>
            <p:cNvCxnSpPr>
              <a:cxnSpLocks/>
            </p:cNvCxnSpPr>
            <p:nvPr/>
          </p:nvCxnSpPr>
          <p:spPr>
            <a:xfrm>
              <a:off x="1199325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CF4AAAA5-CEFC-4C25-91D3-5AE49F720DA5}"/>
                </a:ext>
              </a:extLst>
            </p:cNvPr>
            <p:cNvCxnSpPr>
              <a:cxnSpLocks/>
            </p:cNvCxnSpPr>
            <p:nvPr/>
          </p:nvCxnSpPr>
          <p:spPr>
            <a:xfrm>
              <a:off x="19252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14D142AD-3FA3-43E4-8A61-61CF1E415684}"/>
                </a:ext>
              </a:extLst>
            </p:cNvPr>
            <p:cNvCxnSpPr>
              <a:cxnSpLocks/>
            </p:cNvCxnSpPr>
            <p:nvPr/>
          </p:nvCxnSpPr>
          <p:spPr>
            <a:xfrm>
              <a:off x="117592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9C3755A3-93F4-4EC4-9635-7E89E4AF1D3F}"/>
                </a:ext>
              </a:extLst>
            </p:cNvPr>
            <p:cNvCxnSpPr>
              <a:cxnSpLocks/>
            </p:cNvCxnSpPr>
            <p:nvPr/>
          </p:nvCxnSpPr>
          <p:spPr>
            <a:xfrm>
              <a:off x="215931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E0BFB588-0AB8-4BD8-9272-1CA867726018}"/>
                </a:ext>
              </a:extLst>
            </p:cNvPr>
            <p:cNvCxnSpPr>
              <a:cxnSpLocks/>
            </p:cNvCxnSpPr>
            <p:nvPr/>
          </p:nvCxnSpPr>
          <p:spPr>
            <a:xfrm>
              <a:off x="314271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F45A6DF3-CF29-4480-A235-EAE88D65A63C}"/>
                </a:ext>
              </a:extLst>
            </p:cNvPr>
            <p:cNvCxnSpPr>
              <a:cxnSpLocks/>
            </p:cNvCxnSpPr>
            <p:nvPr/>
          </p:nvCxnSpPr>
          <p:spPr>
            <a:xfrm>
              <a:off x="4126104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9D6FF036-365A-4C15-8E15-0D5BBEBCEA58}"/>
                </a:ext>
              </a:extLst>
            </p:cNvPr>
            <p:cNvCxnSpPr>
              <a:cxnSpLocks/>
            </p:cNvCxnSpPr>
            <p:nvPr/>
          </p:nvCxnSpPr>
          <p:spPr>
            <a:xfrm>
              <a:off x="510949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A85E76FF-4E86-4E42-B67E-B11AAE8D3076}"/>
                </a:ext>
              </a:extLst>
            </p:cNvPr>
            <p:cNvCxnSpPr>
              <a:cxnSpLocks/>
            </p:cNvCxnSpPr>
            <p:nvPr/>
          </p:nvCxnSpPr>
          <p:spPr>
            <a:xfrm>
              <a:off x="609289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41A64CEE-7CED-4EB2-A414-6F2D91E824F9}"/>
                </a:ext>
              </a:extLst>
            </p:cNvPr>
            <p:cNvCxnSpPr>
              <a:cxnSpLocks/>
            </p:cNvCxnSpPr>
            <p:nvPr/>
          </p:nvCxnSpPr>
          <p:spPr>
            <a:xfrm>
              <a:off x="707628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012C571B-47A6-49EB-A29F-678368BAED9F}"/>
                </a:ext>
              </a:extLst>
            </p:cNvPr>
            <p:cNvCxnSpPr>
              <a:cxnSpLocks/>
            </p:cNvCxnSpPr>
            <p:nvPr/>
          </p:nvCxnSpPr>
          <p:spPr>
            <a:xfrm>
              <a:off x="805968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3160B109-845C-4119-BB66-9887B3859A7D}"/>
                </a:ext>
              </a:extLst>
            </p:cNvPr>
            <p:cNvCxnSpPr>
              <a:cxnSpLocks/>
            </p:cNvCxnSpPr>
            <p:nvPr/>
          </p:nvCxnSpPr>
          <p:spPr>
            <a:xfrm>
              <a:off x="9043074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B68B7447-FF64-42D9-B3C6-2BDC6F547EDE}"/>
                </a:ext>
              </a:extLst>
            </p:cNvPr>
            <p:cNvCxnSpPr>
              <a:cxnSpLocks/>
            </p:cNvCxnSpPr>
            <p:nvPr/>
          </p:nvCxnSpPr>
          <p:spPr>
            <a:xfrm>
              <a:off x="1002646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4FFF9B71-8653-450D-AFBE-2140D586FB50}"/>
                </a:ext>
              </a:extLst>
            </p:cNvPr>
            <p:cNvCxnSpPr>
              <a:cxnSpLocks/>
            </p:cNvCxnSpPr>
            <p:nvPr/>
          </p:nvCxnSpPr>
          <p:spPr>
            <a:xfrm>
              <a:off x="1100986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EF0B9E5A-C1DA-445C-A911-721DF98DDCDD}"/>
                </a:ext>
              </a:extLst>
            </p:cNvPr>
            <p:cNvCxnSpPr>
              <a:cxnSpLocks/>
            </p:cNvCxnSpPr>
            <p:nvPr/>
          </p:nvCxnSpPr>
          <p:spPr>
            <a:xfrm>
              <a:off x="1218578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F5C9A3DC-A478-4469-9359-34A435689F36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171716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D7DE3299-EED7-4771-A270-F6B02941AD65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714597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B434422A-5B59-41DC-8E2A-1A8244580E30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1257478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4A176117-0990-434B-A9D9-B4B9043C5447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1800359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A7D6425E-C84A-462F-98F8-D0AB4FC3AF88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2343240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AF13AB68-7321-4AC2-AC60-0F417877D078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2886121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FE275CCE-D06F-49D0-8A47-372C5040330B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3429002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9D4B374E-EEBC-4A9C-B3B4-B269EC719857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3971883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2D80A7E6-BBEF-4EF1-B14A-29F26BFCF8E6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4514764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>
              <a:extLst>
                <a:ext uri="{FF2B5EF4-FFF2-40B4-BE49-F238E27FC236}">
                  <a16:creationId xmlns:a16="http://schemas.microsoft.com/office/drawing/2014/main" id="{2D7BC013-9B50-459D-8B8D-F756514A478B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5057645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Connector 34">
              <a:extLst>
                <a:ext uri="{FF2B5EF4-FFF2-40B4-BE49-F238E27FC236}">
                  <a16:creationId xmlns:a16="http://schemas.microsoft.com/office/drawing/2014/main" id="{E48964C0-675D-4807-B795-4B695A8F8420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5600526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Connector 35">
              <a:extLst>
                <a:ext uri="{FF2B5EF4-FFF2-40B4-BE49-F238E27FC236}">
                  <a16:creationId xmlns:a16="http://schemas.microsoft.com/office/drawing/2014/main" id="{96911512-51A8-4CE7-A043-425C809EB5FB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6857999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Straight Connector 36">
              <a:extLst>
                <a:ext uri="{FF2B5EF4-FFF2-40B4-BE49-F238E27FC236}">
                  <a16:creationId xmlns:a16="http://schemas.microsoft.com/office/drawing/2014/main" id="{43C15D1E-0EDF-4AD7-90C7-3D8D64E645DB}"/>
                </a:ext>
              </a:extLst>
            </p:cNvPr>
            <p:cNvCxnSpPr>
              <a:cxnSpLocks/>
            </p:cNvCxnSpPr>
            <p:nvPr/>
          </p:nvCxnSpPr>
          <p:spPr>
            <a:xfrm>
              <a:off x="16613" y="6143407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Straight Connector 37">
              <a:extLst>
                <a:ext uri="{FF2B5EF4-FFF2-40B4-BE49-F238E27FC236}">
                  <a16:creationId xmlns:a16="http://schemas.microsoft.com/office/drawing/2014/main" id="{78265A2D-2A6A-4301-B59F-8BAD98D9A57B}"/>
                </a:ext>
              </a:extLst>
            </p:cNvPr>
            <p:cNvCxnSpPr>
              <a:cxnSpLocks/>
            </p:cNvCxnSpPr>
            <p:nvPr/>
          </p:nvCxnSpPr>
          <p:spPr>
            <a:xfrm>
              <a:off x="684225" y="171716"/>
              <a:ext cx="0" cy="6511464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Connector 38">
              <a:extLst>
                <a:ext uri="{FF2B5EF4-FFF2-40B4-BE49-F238E27FC236}">
                  <a16:creationId xmlns:a16="http://schemas.microsoft.com/office/drawing/2014/main" id="{D4A4907F-2D1D-49D1-882D-119AA5E1183B}"/>
                </a:ext>
              </a:extLst>
            </p:cNvPr>
            <p:cNvCxnSpPr>
              <a:cxnSpLocks/>
            </p:cNvCxnSpPr>
            <p:nvPr/>
          </p:nvCxnSpPr>
          <p:spPr>
            <a:xfrm>
              <a:off x="11508412" y="173267"/>
              <a:ext cx="0" cy="6511464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F6A2284-37AB-43F5-98B8-8AB49DBFA9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CA8B48-6F7F-42AA-9FBB-39890CFCE40C}" type="datetime1">
              <a:rPr lang="en-US" smtClean="0"/>
              <a:t>1/25/2026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AD8ABAA-E2F7-4C89-99ED-2C340220DD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1" name="Slide Number Placeholder 5">
            <a:extLst>
              <a:ext uri="{FF2B5EF4-FFF2-40B4-BE49-F238E27FC236}">
                <a16:creationId xmlns:a16="http://schemas.microsoft.com/office/drawing/2014/main" id="{C5651578-A0FD-E70C-C759-E295F8651BE3}"/>
              </a:ext>
            </a:extLst>
          </p:cNvPr>
          <p:cNvSpPr txBox="1">
            <a:spLocks/>
          </p:cNvSpPr>
          <p:nvPr userDrawn="1"/>
        </p:nvSpPr>
        <p:spPr>
          <a:xfrm>
            <a:off x="5610667" y="6183300"/>
            <a:ext cx="979151" cy="417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457200" rtl="0" eaLnBrk="1" latinLnBrk="0" hangingPunct="1">
              <a:defRPr sz="1400" b="1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BE15108C-154A-4A5A-9C05-91A49A422BA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747240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>
            <a:extLst>
              <a:ext uri="{FF2B5EF4-FFF2-40B4-BE49-F238E27FC236}">
                <a16:creationId xmlns:a16="http://schemas.microsoft.com/office/drawing/2014/main" id="{0DDA6865-0A03-48FA-AD6E-D5BF8FDE927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-6214" y="-1"/>
            <a:ext cx="12214827" cy="6858000"/>
            <a:chOff x="-6214" y="-1"/>
            <a:chExt cx="12214827" cy="6858000"/>
          </a:xfrm>
        </p:grpSpPr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2277E8EB-0DA2-40E4-AD12-1CCD0D262D0B}"/>
                </a:ext>
              </a:extLst>
            </p:cNvPr>
            <p:cNvCxnSpPr>
              <a:cxnSpLocks/>
            </p:cNvCxnSpPr>
            <p:nvPr/>
          </p:nvCxnSpPr>
          <p:spPr>
            <a:xfrm>
              <a:off x="-6214" y="6686283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75BFE9F8-907A-4FFC-9FDE-2B51D238C40E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4BDDC323-8732-4007-BB81-1BE917E3B2FF}"/>
                </a:ext>
              </a:extLst>
            </p:cNvPr>
            <p:cNvCxnSpPr>
              <a:cxnSpLocks/>
            </p:cNvCxnSpPr>
            <p:nvPr/>
          </p:nvCxnSpPr>
          <p:spPr>
            <a:xfrm>
              <a:off x="1199325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B908FC40-8403-438D-95CA-E4EDC66192A9}"/>
                </a:ext>
              </a:extLst>
            </p:cNvPr>
            <p:cNvCxnSpPr>
              <a:cxnSpLocks/>
            </p:cNvCxnSpPr>
            <p:nvPr/>
          </p:nvCxnSpPr>
          <p:spPr>
            <a:xfrm>
              <a:off x="19252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5411D218-3FEA-4455-9809-91F029FB55AE}"/>
                </a:ext>
              </a:extLst>
            </p:cNvPr>
            <p:cNvCxnSpPr>
              <a:cxnSpLocks/>
            </p:cNvCxnSpPr>
            <p:nvPr/>
          </p:nvCxnSpPr>
          <p:spPr>
            <a:xfrm>
              <a:off x="117592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A541390F-BE50-4E4E-9DA2-B5F23F1A93D8}"/>
                </a:ext>
              </a:extLst>
            </p:cNvPr>
            <p:cNvCxnSpPr>
              <a:cxnSpLocks/>
            </p:cNvCxnSpPr>
            <p:nvPr/>
          </p:nvCxnSpPr>
          <p:spPr>
            <a:xfrm>
              <a:off x="215931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0EB3F094-97B5-48E1-A4DE-8BEED2550283}"/>
                </a:ext>
              </a:extLst>
            </p:cNvPr>
            <p:cNvCxnSpPr>
              <a:cxnSpLocks/>
            </p:cNvCxnSpPr>
            <p:nvPr/>
          </p:nvCxnSpPr>
          <p:spPr>
            <a:xfrm>
              <a:off x="314271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2D4DBB43-CB34-4881-9445-A7FE131D5327}"/>
                </a:ext>
              </a:extLst>
            </p:cNvPr>
            <p:cNvCxnSpPr>
              <a:cxnSpLocks/>
            </p:cNvCxnSpPr>
            <p:nvPr/>
          </p:nvCxnSpPr>
          <p:spPr>
            <a:xfrm>
              <a:off x="4126104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8B71F972-027A-47F0-996C-84BFE4574050}"/>
                </a:ext>
              </a:extLst>
            </p:cNvPr>
            <p:cNvCxnSpPr>
              <a:cxnSpLocks/>
            </p:cNvCxnSpPr>
            <p:nvPr/>
          </p:nvCxnSpPr>
          <p:spPr>
            <a:xfrm>
              <a:off x="510949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3C41353D-93C8-43F8-BBDE-7AB6B29EC38C}"/>
                </a:ext>
              </a:extLst>
            </p:cNvPr>
            <p:cNvCxnSpPr>
              <a:cxnSpLocks/>
            </p:cNvCxnSpPr>
            <p:nvPr/>
          </p:nvCxnSpPr>
          <p:spPr>
            <a:xfrm>
              <a:off x="609289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5CF07B24-CBD8-4F09-81EB-504285F8E115}"/>
                </a:ext>
              </a:extLst>
            </p:cNvPr>
            <p:cNvCxnSpPr>
              <a:cxnSpLocks/>
            </p:cNvCxnSpPr>
            <p:nvPr/>
          </p:nvCxnSpPr>
          <p:spPr>
            <a:xfrm>
              <a:off x="707628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B27873BB-1D79-4055-801C-BDA0F9A15136}"/>
                </a:ext>
              </a:extLst>
            </p:cNvPr>
            <p:cNvCxnSpPr>
              <a:cxnSpLocks/>
            </p:cNvCxnSpPr>
            <p:nvPr/>
          </p:nvCxnSpPr>
          <p:spPr>
            <a:xfrm>
              <a:off x="805968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8008D42B-2F35-497E-A26D-9AF008619D43}"/>
                </a:ext>
              </a:extLst>
            </p:cNvPr>
            <p:cNvCxnSpPr>
              <a:cxnSpLocks/>
            </p:cNvCxnSpPr>
            <p:nvPr/>
          </p:nvCxnSpPr>
          <p:spPr>
            <a:xfrm>
              <a:off x="9043074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07F57499-C4D9-4B7D-BADA-38462AA3164E}"/>
                </a:ext>
              </a:extLst>
            </p:cNvPr>
            <p:cNvCxnSpPr>
              <a:cxnSpLocks/>
            </p:cNvCxnSpPr>
            <p:nvPr/>
          </p:nvCxnSpPr>
          <p:spPr>
            <a:xfrm>
              <a:off x="1002646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1271F2B9-1FFA-4350-9370-B098459A2324}"/>
                </a:ext>
              </a:extLst>
            </p:cNvPr>
            <p:cNvCxnSpPr>
              <a:cxnSpLocks/>
            </p:cNvCxnSpPr>
            <p:nvPr/>
          </p:nvCxnSpPr>
          <p:spPr>
            <a:xfrm>
              <a:off x="1100986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38FBAFFC-DC8F-4BB4-B405-E4AAA269AED4}"/>
                </a:ext>
              </a:extLst>
            </p:cNvPr>
            <p:cNvCxnSpPr>
              <a:cxnSpLocks/>
            </p:cNvCxnSpPr>
            <p:nvPr/>
          </p:nvCxnSpPr>
          <p:spPr>
            <a:xfrm>
              <a:off x="1218578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F94FCE64-D7A5-411A-8795-932DD39F9520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171716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E0B4ECFC-FD43-44CF-B7FA-2A8C5651400F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714597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99DFBC12-1E1D-44DE-9966-BAB05B246636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1257478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B9BEF096-361C-478B-81EB-37584119BFEE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1800359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EFC81993-CE86-4910-B9CE-B69375BDCEE3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2343240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475613D7-9FB0-4D33-8784-EC059DE019C8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2886121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D520AFD9-E849-4F42-99B2-928E6098C29A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3429002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6A200B0B-91CD-4D66-ADFC-9585D283103C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3971883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B5DB0C45-30CE-4C85-95C6-FFF4977C646A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4514764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>
              <a:extLst>
                <a:ext uri="{FF2B5EF4-FFF2-40B4-BE49-F238E27FC236}">
                  <a16:creationId xmlns:a16="http://schemas.microsoft.com/office/drawing/2014/main" id="{BDC31604-5F93-436D-A9D2-A48846D4E0DE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5057645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Connector 34">
              <a:extLst>
                <a:ext uri="{FF2B5EF4-FFF2-40B4-BE49-F238E27FC236}">
                  <a16:creationId xmlns:a16="http://schemas.microsoft.com/office/drawing/2014/main" id="{1FF1B965-7DE1-4AE3-B28B-DB6847BC52CC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5600526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Connector 35">
              <a:extLst>
                <a:ext uri="{FF2B5EF4-FFF2-40B4-BE49-F238E27FC236}">
                  <a16:creationId xmlns:a16="http://schemas.microsoft.com/office/drawing/2014/main" id="{EFD9FB65-4392-4D6A-8ACC-8151F682BFE8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6857999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Straight Connector 36">
              <a:extLst>
                <a:ext uri="{FF2B5EF4-FFF2-40B4-BE49-F238E27FC236}">
                  <a16:creationId xmlns:a16="http://schemas.microsoft.com/office/drawing/2014/main" id="{4B40380C-3493-4AFE-BF13-AE68A8D244B4}"/>
                </a:ext>
              </a:extLst>
            </p:cNvPr>
            <p:cNvCxnSpPr>
              <a:cxnSpLocks/>
            </p:cNvCxnSpPr>
            <p:nvPr/>
          </p:nvCxnSpPr>
          <p:spPr>
            <a:xfrm>
              <a:off x="16613" y="6143407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Straight Connector 37">
              <a:extLst>
                <a:ext uri="{FF2B5EF4-FFF2-40B4-BE49-F238E27FC236}">
                  <a16:creationId xmlns:a16="http://schemas.microsoft.com/office/drawing/2014/main" id="{3CB21DF1-4859-4991-9C10-F8FA68F41013}"/>
                </a:ext>
              </a:extLst>
            </p:cNvPr>
            <p:cNvCxnSpPr>
              <a:cxnSpLocks/>
            </p:cNvCxnSpPr>
            <p:nvPr/>
          </p:nvCxnSpPr>
          <p:spPr>
            <a:xfrm>
              <a:off x="684225" y="171716"/>
              <a:ext cx="0" cy="6511464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Connector 38">
              <a:extLst>
                <a:ext uri="{FF2B5EF4-FFF2-40B4-BE49-F238E27FC236}">
                  <a16:creationId xmlns:a16="http://schemas.microsoft.com/office/drawing/2014/main" id="{354AD212-17DC-4506-AAA0-34A46A0B11C3}"/>
                </a:ext>
              </a:extLst>
            </p:cNvPr>
            <p:cNvCxnSpPr>
              <a:cxnSpLocks/>
            </p:cNvCxnSpPr>
            <p:nvPr/>
          </p:nvCxnSpPr>
          <p:spPr>
            <a:xfrm>
              <a:off x="11508412" y="173267"/>
              <a:ext cx="0" cy="6511464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35B556E7-762B-4E18-A961-A4F7A9ECF9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3587" y="713677"/>
            <a:ext cx="4434823" cy="3020519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B7118AF-C54D-406D-AABE-AED6576D128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698672" y="713677"/>
            <a:ext cx="5304977" cy="543064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0" name="Right Triangle 39">
            <a:extLst>
              <a:ext uri="{FF2B5EF4-FFF2-40B4-BE49-F238E27FC236}">
                <a16:creationId xmlns:a16="http://schemas.microsoft.com/office/drawing/2014/main" id="{205CDEB9-8DED-4711-8140-4C943FC2CD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13500000">
            <a:off x="-281093" y="3143304"/>
            <a:ext cx="568289" cy="568289"/>
          </a:xfrm>
          <a:prstGeom prst="rtTriangle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2E13C3F-6360-4760-9477-C3831A6E26E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83587" y="3970330"/>
            <a:ext cx="4434823" cy="2173992"/>
          </a:xfrm>
        </p:spPr>
        <p:txBody>
          <a:bodyPr/>
          <a:lstStyle>
            <a:lvl1pPr marL="0" indent="0">
              <a:buNone/>
              <a:defRPr lang="en-US" sz="2400" b="0" i="1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8192D3B-60EE-4FC5-9ED7-4445300844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61A45A-30EE-4E86-A500-838B1B158992}" type="datetime1">
              <a:rPr lang="en-US" smtClean="0"/>
              <a:t>1/25/2026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BCF831E-9B19-4936-8BC9-F62A9B118B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1" name="Slide Number Placeholder 5">
            <a:extLst>
              <a:ext uri="{FF2B5EF4-FFF2-40B4-BE49-F238E27FC236}">
                <a16:creationId xmlns:a16="http://schemas.microsoft.com/office/drawing/2014/main" id="{51E98310-4185-255E-54C4-4B49782E973F}"/>
              </a:ext>
            </a:extLst>
          </p:cNvPr>
          <p:cNvSpPr txBox="1">
            <a:spLocks/>
          </p:cNvSpPr>
          <p:nvPr userDrawn="1"/>
        </p:nvSpPr>
        <p:spPr>
          <a:xfrm>
            <a:off x="5610667" y="6183300"/>
            <a:ext cx="979151" cy="417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457200" rtl="0" eaLnBrk="1" latinLnBrk="0" hangingPunct="1">
              <a:defRPr sz="1400" b="1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BE15108C-154A-4A5A-9C05-91A49A422BA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245648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9BD70F-ACE4-4595-845E-2296BDF83B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6978CD9-E0B5-4B48-8366-91E6D22C9FB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2FAF4B4-44D3-4E29-B235-A1B8682077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7C0059-86D4-4DD3-B17D-323361BD35FB}" type="datetime1">
              <a:rPr lang="en-US" smtClean="0"/>
              <a:t>1/25/2026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2D7BA37-9639-480E-84AB-EA277225CA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5521DEC7-EE41-58D4-479C-211527F4F5C2}"/>
              </a:ext>
            </a:extLst>
          </p:cNvPr>
          <p:cNvSpPr txBox="1">
            <a:spLocks/>
          </p:cNvSpPr>
          <p:nvPr userDrawn="1"/>
        </p:nvSpPr>
        <p:spPr>
          <a:xfrm>
            <a:off x="5610667" y="6183300"/>
            <a:ext cx="979151" cy="417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457200" rtl="0" eaLnBrk="1" latinLnBrk="0" hangingPunct="1">
              <a:defRPr sz="1400" b="1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BE15108C-154A-4A5A-9C05-91A49A422BA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540078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>
            <a:extLst>
              <a:ext uri="{FF2B5EF4-FFF2-40B4-BE49-F238E27FC236}">
                <a16:creationId xmlns:a16="http://schemas.microsoft.com/office/drawing/2014/main" id="{65405209-5179-4359-91ED-1B1A46619A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-6214" y="-1"/>
            <a:ext cx="12214827" cy="6858000"/>
            <a:chOff x="-6214" y="-1"/>
            <a:chExt cx="12214827" cy="6858000"/>
          </a:xfrm>
        </p:grpSpPr>
        <p:cxnSp>
          <p:nvCxnSpPr>
            <p:cNvPr id="8" name="Straight Connector 7">
              <a:extLst>
                <a:ext uri="{FF2B5EF4-FFF2-40B4-BE49-F238E27FC236}">
                  <a16:creationId xmlns:a16="http://schemas.microsoft.com/office/drawing/2014/main" id="{0E32344F-3BE0-4CE8-B1BD-9ABD425E1C0D}"/>
                </a:ext>
              </a:extLst>
            </p:cNvPr>
            <p:cNvCxnSpPr>
              <a:cxnSpLocks/>
            </p:cNvCxnSpPr>
            <p:nvPr/>
          </p:nvCxnSpPr>
          <p:spPr>
            <a:xfrm>
              <a:off x="-6214" y="6686283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599DE306-F4FB-4730-A066-ADF38D739563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CCB32885-303F-477F-A081-27425944F230}"/>
                </a:ext>
              </a:extLst>
            </p:cNvPr>
            <p:cNvCxnSpPr>
              <a:cxnSpLocks/>
            </p:cNvCxnSpPr>
            <p:nvPr/>
          </p:nvCxnSpPr>
          <p:spPr>
            <a:xfrm>
              <a:off x="1199325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260C0C0B-4CD0-467D-A382-2B2415102C48}"/>
                </a:ext>
              </a:extLst>
            </p:cNvPr>
            <p:cNvCxnSpPr>
              <a:cxnSpLocks/>
            </p:cNvCxnSpPr>
            <p:nvPr/>
          </p:nvCxnSpPr>
          <p:spPr>
            <a:xfrm>
              <a:off x="19252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5788DF0F-327F-43A5-AB71-3D32053D83CA}"/>
                </a:ext>
              </a:extLst>
            </p:cNvPr>
            <p:cNvCxnSpPr>
              <a:cxnSpLocks/>
            </p:cNvCxnSpPr>
            <p:nvPr/>
          </p:nvCxnSpPr>
          <p:spPr>
            <a:xfrm>
              <a:off x="117592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298A0902-2662-4911-A532-AA6310861479}"/>
                </a:ext>
              </a:extLst>
            </p:cNvPr>
            <p:cNvCxnSpPr>
              <a:cxnSpLocks/>
            </p:cNvCxnSpPr>
            <p:nvPr/>
          </p:nvCxnSpPr>
          <p:spPr>
            <a:xfrm>
              <a:off x="215931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4ABDA4F7-23F4-46D1-8B7E-A21DD84083E1}"/>
                </a:ext>
              </a:extLst>
            </p:cNvPr>
            <p:cNvCxnSpPr>
              <a:cxnSpLocks/>
            </p:cNvCxnSpPr>
            <p:nvPr/>
          </p:nvCxnSpPr>
          <p:spPr>
            <a:xfrm>
              <a:off x="314271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D7FC9FC2-8808-438E-8FFB-5FE416BFB5C8}"/>
                </a:ext>
              </a:extLst>
            </p:cNvPr>
            <p:cNvCxnSpPr>
              <a:cxnSpLocks/>
            </p:cNvCxnSpPr>
            <p:nvPr/>
          </p:nvCxnSpPr>
          <p:spPr>
            <a:xfrm>
              <a:off x="4126104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204694E5-71F9-4210-9BE8-FC12CC177BD3}"/>
                </a:ext>
              </a:extLst>
            </p:cNvPr>
            <p:cNvCxnSpPr>
              <a:cxnSpLocks/>
            </p:cNvCxnSpPr>
            <p:nvPr/>
          </p:nvCxnSpPr>
          <p:spPr>
            <a:xfrm>
              <a:off x="510949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0B37E805-A7E5-4906-B0C5-1373F3DA9628}"/>
                </a:ext>
              </a:extLst>
            </p:cNvPr>
            <p:cNvCxnSpPr>
              <a:cxnSpLocks/>
            </p:cNvCxnSpPr>
            <p:nvPr/>
          </p:nvCxnSpPr>
          <p:spPr>
            <a:xfrm>
              <a:off x="609289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7A4CD964-FBD6-41AB-8A02-9509A2BAC11F}"/>
                </a:ext>
              </a:extLst>
            </p:cNvPr>
            <p:cNvCxnSpPr>
              <a:cxnSpLocks/>
            </p:cNvCxnSpPr>
            <p:nvPr/>
          </p:nvCxnSpPr>
          <p:spPr>
            <a:xfrm>
              <a:off x="707628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E9CD7FF8-E827-4E0A-BCE2-CCB34EDAC0FC}"/>
                </a:ext>
              </a:extLst>
            </p:cNvPr>
            <p:cNvCxnSpPr>
              <a:cxnSpLocks/>
            </p:cNvCxnSpPr>
            <p:nvPr/>
          </p:nvCxnSpPr>
          <p:spPr>
            <a:xfrm>
              <a:off x="805968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5C4AD6BB-F1EE-4FB8-96E8-6890447800EC}"/>
                </a:ext>
              </a:extLst>
            </p:cNvPr>
            <p:cNvCxnSpPr>
              <a:cxnSpLocks/>
            </p:cNvCxnSpPr>
            <p:nvPr/>
          </p:nvCxnSpPr>
          <p:spPr>
            <a:xfrm>
              <a:off x="9043074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FE935057-E0A3-4DAE-B9C8-6E818D7A7205}"/>
                </a:ext>
              </a:extLst>
            </p:cNvPr>
            <p:cNvCxnSpPr>
              <a:cxnSpLocks/>
            </p:cNvCxnSpPr>
            <p:nvPr/>
          </p:nvCxnSpPr>
          <p:spPr>
            <a:xfrm>
              <a:off x="1002646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308DDF69-1C14-453C-BC3A-37D3FE69DFC7}"/>
                </a:ext>
              </a:extLst>
            </p:cNvPr>
            <p:cNvCxnSpPr>
              <a:cxnSpLocks/>
            </p:cNvCxnSpPr>
            <p:nvPr/>
          </p:nvCxnSpPr>
          <p:spPr>
            <a:xfrm>
              <a:off x="1100986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E6C26D82-15BA-4B2E-A42D-2ECA8012D307}"/>
                </a:ext>
              </a:extLst>
            </p:cNvPr>
            <p:cNvCxnSpPr>
              <a:cxnSpLocks/>
            </p:cNvCxnSpPr>
            <p:nvPr/>
          </p:nvCxnSpPr>
          <p:spPr>
            <a:xfrm>
              <a:off x="1218578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D7F73B67-E5E9-4000-91DA-034B2127EFD2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171716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EAFAC1B5-F0DD-4FC0-B4C9-77CB29DF4425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714597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D9ACB3DB-54B2-4CEE-A791-C6FC6C758DAE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1257478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68324004-1030-47D9-B817-425FF6ECCECC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1800359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1AA001C4-81AB-4FA6-ADAA-C8618056353B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2343240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8D1DAD34-7844-4F16-9874-F51F2A23B9EA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2886121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77DCBC6D-1BDA-4CB1-A3EC-59F240C8FA19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3429002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E5B3C1A0-58E7-47E4-831B-CF3EE21D1E90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3971883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08A09FAA-E123-4FE4-B67A-9EBDE1A3130F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4514764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5317B7C6-C816-4A58-B184-135E4FD19F55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5057645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>
              <a:extLst>
                <a:ext uri="{FF2B5EF4-FFF2-40B4-BE49-F238E27FC236}">
                  <a16:creationId xmlns:a16="http://schemas.microsoft.com/office/drawing/2014/main" id="{24D22ABB-4CE8-47DC-80BF-39B3E4CF7048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5600526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Connector 34">
              <a:extLst>
                <a:ext uri="{FF2B5EF4-FFF2-40B4-BE49-F238E27FC236}">
                  <a16:creationId xmlns:a16="http://schemas.microsoft.com/office/drawing/2014/main" id="{3A17DE37-A292-4031-AF42-CDB00A13EE76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6857999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Connector 35">
              <a:extLst>
                <a:ext uri="{FF2B5EF4-FFF2-40B4-BE49-F238E27FC236}">
                  <a16:creationId xmlns:a16="http://schemas.microsoft.com/office/drawing/2014/main" id="{B73EF673-CB75-435F-9BF3-7594EC3ADF8F}"/>
                </a:ext>
              </a:extLst>
            </p:cNvPr>
            <p:cNvCxnSpPr>
              <a:cxnSpLocks/>
            </p:cNvCxnSpPr>
            <p:nvPr/>
          </p:nvCxnSpPr>
          <p:spPr>
            <a:xfrm>
              <a:off x="16613" y="6143407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Straight Connector 36">
              <a:extLst>
                <a:ext uri="{FF2B5EF4-FFF2-40B4-BE49-F238E27FC236}">
                  <a16:creationId xmlns:a16="http://schemas.microsoft.com/office/drawing/2014/main" id="{D35F4581-15F6-47EE-87D0-1132A093DBA5}"/>
                </a:ext>
              </a:extLst>
            </p:cNvPr>
            <p:cNvCxnSpPr>
              <a:cxnSpLocks/>
            </p:cNvCxnSpPr>
            <p:nvPr/>
          </p:nvCxnSpPr>
          <p:spPr>
            <a:xfrm>
              <a:off x="684225" y="171716"/>
              <a:ext cx="0" cy="6511464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Straight Connector 37">
              <a:extLst>
                <a:ext uri="{FF2B5EF4-FFF2-40B4-BE49-F238E27FC236}">
                  <a16:creationId xmlns:a16="http://schemas.microsoft.com/office/drawing/2014/main" id="{565CF984-F5BD-45C4-9A12-B02DB4F044E1}"/>
                </a:ext>
              </a:extLst>
            </p:cNvPr>
            <p:cNvCxnSpPr>
              <a:cxnSpLocks/>
            </p:cNvCxnSpPr>
            <p:nvPr/>
          </p:nvCxnSpPr>
          <p:spPr>
            <a:xfrm>
              <a:off x="11508412" y="173267"/>
              <a:ext cx="0" cy="6511464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9" name="Right Triangle 38">
            <a:extLst>
              <a:ext uri="{FF2B5EF4-FFF2-40B4-BE49-F238E27FC236}">
                <a16:creationId xmlns:a16="http://schemas.microsoft.com/office/drawing/2014/main" id="{ACE66A86-8455-497B-9CA4-F460A19E5F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18900000">
            <a:off x="7770390" y="-287370"/>
            <a:ext cx="568289" cy="568289"/>
          </a:xfrm>
          <a:prstGeom prst="rtTriangle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" name="Vertical Title 1">
            <a:extLst>
              <a:ext uri="{FF2B5EF4-FFF2-40B4-BE49-F238E27FC236}">
                <a16:creationId xmlns:a16="http://schemas.microsoft.com/office/drawing/2014/main" id="{5868C62B-71EF-4824-9EE8-6CAE1798423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7707774" y="715616"/>
            <a:ext cx="3295876" cy="5026597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243E4C8-4AA9-49D7-BF71-1AB5F2CFE1F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83588" y="715616"/>
            <a:ext cx="6770448" cy="502659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97898B3-014E-440B-BA4E-1063392128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BB6704-6709-4262-8870-D6A95C779BA9}" type="datetime1">
              <a:rPr lang="en-US" smtClean="0"/>
              <a:t>1/25/2026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1C22643-CE63-4C3E-B437-5A1A5EF911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0" name="Slide Number Placeholder 5">
            <a:extLst>
              <a:ext uri="{FF2B5EF4-FFF2-40B4-BE49-F238E27FC236}">
                <a16:creationId xmlns:a16="http://schemas.microsoft.com/office/drawing/2014/main" id="{9AF635A6-FD00-33B4-1CA8-F01941138470}"/>
              </a:ext>
            </a:extLst>
          </p:cNvPr>
          <p:cNvSpPr txBox="1">
            <a:spLocks/>
          </p:cNvSpPr>
          <p:nvPr userDrawn="1"/>
        </p:nvSpPr>
        <p:spPr>
          <a:xfrm>
            <a:off x="5610667" y="6183300"/>
            <a:ext cx="979151" cy="417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457200" rtl="0" eaLnBrk="1" latinLnBrk="0" hangingPunct="1">
              <a:defRPr sz="1400" b="1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BE15108C-154A-4A5A-9C05-91A49A422BA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516215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9" name="Group 38">
            <a:extLst>
              <a:ext uri="{FF2B5EF4-FFF2-40B4-BE49-F238E27FC236}">
                <a16:creationId xmlns:a16="http://schemas.microsoft.com/office/drawing/2014/main" id="{BDF0D99C-5D42-41C6-A50C-C4E2D6B2A3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-6214" y="-1"/>
            <a:ext cx="12214827" cy="6858000"/>
            <a:chOff x="-6214" y="-1"/>
            <a:chExt cx="12214827" cy="6858000"/>
          </a:xfrm>
        </p:grpSpPr>
        <p:cxnSp>
          <p:nvCxnSpPr>
            <p:cNvPr id="40" name="Straight Connector 39">
              <a:extLst>
                <a:ext uri="{FF2B5EF4-FFF2-40B4-BE49-F238E27FC236}">
                  <a16:creationId xmlns:a16="http://schemas.microsoft.com/office/drawing/2014/main" id="{5F28962D-50BA-43F8-8863-28ECE711D3FC}"/>
                </a:ext>
              </a:extLst>
            </p:cNvPr>
            <p:cNvCxnSpPr>
              <a:cxnSpLocks/>
            </p:cNvCxnSpPr>
            <p:nvPr/>
          </p:nvCxnSpPr>
          <p:spPr>
            <a:xfrm>
              <a:off x="-6214" y="6686283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Straight Connector 40">
              <a:extLst>
                <a:ext uri="{FF2B5EF4-FFF2-40B4-BE49-F238E27FC236}">
                  <a16:creationId xmlns:a16="http://schemas.microsoft.com/office/drawing/2014/main" id="{780F5939-D4E0-46FD-9A5A-5D648E381092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Straight Connector 41">
              <a:extLst>
                <a:ext uri="{FF2B5EF4-FFF2-40B4-BE49-F238E27FC236}">
                  <a16:creationId xmlns:a16="http://schemas.microsoft.com/office/drawing/2014/main" id="{8633D331-78CB-40A1-B167-8185EC5D707B}"/>
                </a:ext>
              </a:extLst>
            </p:cNvPr>
            <p:cNvCxnSpPr>
              <a:cxnSpLocks/>
            </p:cNvCxnSpPr>
            <p:nvPr/>
          </p:nvCxnSpPr>
          <p:spPr>
            <a:xfrm>
              <a:off x="1199325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Straight Connector 42">
              <a:extLst>
                <a:ext uri="{FF2B5EF4-FFF2-40B4-BE49-F238E27FC236}">
                  <a16:creationId xmlns:a16="http://schemas.microsoft.com/office/drawing/2014/main" id="{C512E4B1-E78E-49E7-AA36-374CC1B084E4}"/>
                </a:ext>
              </a:extLst>
            </p:cNvPr>
            <p:cNvCxnSpPr>
              <a:cxnSpLocks/>
            </p:cNvCxnSpPr>
            <p:nvPr/>
          </p:nvCxnSpPr>
          <p:spPr>
            <a:xfrm>
              <a:off x="19252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Straight Connector 43">
              <a:extLst>
                <a:ext uri="{FF2B5EF4-FFF2-40B4-BE49-F238E27FC236}">
                  <a16:creationId xmlns:a16="http://schemas.microsoft.com/office/drawing/2014/main" id="{A7D46340-CBFC-490F-B44E-7AA8FBF58B05}"/>
                </a:ext>
              </a:extLst>
            </p:cNvPr>
            <p:cNvCxnSpPr>
              <a:cxnSpLocks/>
            </p:cNvCxnSpPr>
            <p:nvPr/>
          </p:nvCxnSpPr>
          <p:spPr>
            <a:xfrm>
              <a:off x="117592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Straight Connector 44">
              <a:extLst>
                <a:ext uri="{FF2B5EF4-FFF2-40B4-BE49-F238E27FC236}">
                  <a16:creationId xmlns:a16="http://schemas.microsoft.com/office/drawing/2014/main" id="{3575C26C-3EBD-4AA9-BA4D-2561E295D65D}"/>
                </a:ext>
              </a:extLst>
            </p:cNvPr>
            <p:cNvCxnSpPr>
              <a:cxnSpLocks/>
            </p:cNvCxnSpPr>
            <p:nvPr/>
          </p:nvCxnSpPr>
          <p:spPr>
            <a:xfrm>
              <a:off x="215931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" name="Straight Connector 47">
              <a:extLst>
                <a:ext uri="{FF2B5EF4-FFF2-40B4-BE49-F238E27FC236}">
                  <a16:creationId xmlns:a16="http://schemas.microsoft.com/office/drawing/2014/main" id="{235DB6BE-E065-4559-BF5C-36B56B379040}"/>
                </a:ext>
              </a:extLst>
            </p:cNvPr>
            <p:cNvCxnSpPr>
              <a:cxnSpLocks/>
            </p:cNvCxnSpPr>
            <p:nvPr/>
          </p:nvCxnSpPr>
          <p:spPr>
            <a:xfrm>
              <a:off x="314271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" name="Straight Connector 48">
              <a:extLst>
                <a:ext uri="{FF2B5EF4-FFF2-40B4-BE49-F238E27FC236}">
                  <a16:creationId xmlns:a16="http://schemas.microsoft.com/office/drawing/2014/main" id="{3DA54272-CD9D-4F68-BBAB-4F0C0C3EC635}"/>
                </a:ext>
              </a:extLst>
            </p:cNvPr>
            <p:cNvCxnSpPr>
              <a:cxnSpLocks/>
            </p:cNvCxnSpPr>
            <p:nvPr/>
          </p:nvCxnSpPr>
          <p:spPr>
            <a:xfrm>
              <a:off x="4126104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Straight Connector 49">
              <a:extLst>
                <a:ext uri="{FF2B5EF4-FFF2-40B4-BE49-F238E27FC236}">
                  <a16:creationId xmlns:a16="http://schemas.microsoft.com/office/drawing/2014/main" id="{A002CE8F-9256-4F2C-B474-58873717119E}"/>
                </a:ext>
              </a:extLst>
            </p:cNvPr>
            <p:cNvCxnSpPr>
              <a:cxnSpLocks/>
            </p:cNvCxnSpPr>
            <p:nvPr/>
          </p:nvCxnSpPr>
          <p:spPr>
            <a:xfrm>
              <a:off x="510949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" name="Straight Connector 50">
              <a:extLst>
                <a:ext uri="{FF2B5EF4-FFF2-40B4-BE49-F238E27FC236}">
                  <a16:creationId xmlns:a16="http://schemas.microsoft.com/office/drawing/2014/main" id="{59C9DE9F-4252-401D-913E-B74C9E326F98}"/>
                </a:ext>
              </a:extLst>
            </p:cNvPr>
            <p:cNvCxnSpPr>
              <a:cxnSpLocks/>
            </p:cNvCxnSpPr>
            <p:nvPr/>
          </p:nvCxnSpPr>
          <p:spPr>
            <a:xfrm>
              <a:off x="609289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" name="Straight Connector 51">
              <a:extLst>
                <a:ext uri="{FF2B5EF4-FFF2-40B4-BE49-F238E27FC236}">
                  <a16:creationId xmlns:a16="http://schemas.microsoft.com/office/drawing/2014/main" id="{8FE4E69B-534F-4A80-9E1C-798BEE1B0795}"/>
                </a:ext>
              </a:extLst>
            </p:cNvPr>
            <p:cNvCxnSpPr>
              <a:cxnSpLocks/>
            </p:cNvCxnSpPr>
            <p:nvPr/>
          </p:nvCxnSpPr>
          <p:spPr>
            <a:xfrm>
              <a:off x="707628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" name="Straight Connector 52">
              <a:extLst>
                <a:ext uri="{FF2B5EF4-FFF2-40B4-BE49-F238E27FC236}">
                  <a16:creationId xmlns:a16="http://schemas.microsoft.com/office/drawing/2014/main" id="{27564E1C-009C-4832-AE8D-E98286693F0C}"/>
                </a:ext>
              </a:extLst>
            </p:cNvPr>
            <p:cNvCxnSpPr>
              <a:cxnSpLocks/>
            </p:cNvCxnSpPr>
            <p:nvPr/>
          </p:nvCxnSpPr>
          <p:spPr>
            <a:xfrm>
              <a:off x="805968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" name="Straight Connector 53">
              <a:extLst>
                <a:ext uri="{FF2B5EF4-FFF2-40B4-BE49-F238E27FC236}">
                  <a16:creationId xmlns:a16="http://schemas.microsoft.com/office/drawing/2014/main" id="{4305DF1C-5801-43F2-A8B9-5351369418C0}"/>
                </a:ext>
              </a:extLst>
            </p:cNvPr>
            <p:cNvCxnSpPr>
              <a:cxnSpLocks/>
            </p:cNvCxnSpPr>
            <p:nvPr/>
          </p:nvCxnSpPr>
          <p:spPr>
            <a:xfrm>
              <a:off x="9043074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" name="Straight Connector 54">
              <a:extLst>
                <a:ext uri="{FF2B5EF4-FFF2-40B4-BE49-F238E27FC236}">
                  <a16:creationId xmlns:a16="http://schemas.microsoft.com/office/drawing/2014/main" id="{806E71C8-0783-4E17-9B34-F51231DD2954}"/>
                </a:ext>
              </a:extLst>
            </p:cNvPr>
            <p:cNvCxnSpPr>
              <a:cxnSpLocks/>
            </p:cNvCxnSpPr>
            <p:nvPr/>
          </p:nvCxnSpPr>
          <p:spPr>
            <a:xfrm>
              <a:off x="1002646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" name="Straight Connector 55">
              <a:extLst>
                <a:ext uri="{FF2B5EF4-FFF2-40B4-BE49-F238E27FC236}">
                  <a16:creationId xmlns:a16="http://schemas.microsoft.com/office/drawing/2014/main" id="{FD908F17-2A89-4B0A-A2EA-692390969FE0}"/>
                </a:ext>
              </a:extLst>
            </p:cNvPr>
            <p:cNvCxnSpPr>
              <a:cxnSpLocks/>
            </p:cNvCxnSpPr>
            <p:nvPr/>
          </p:nvCxnSpPr>
          <p:spPr>
            <a:xfrm>
              <a:off x="1100986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" name="Straight Connector 56">
              <a:extLst>
                <a:ext uri="{FF2B5EF4-FFF2-40B4-BE49-F238E27FC236}">
                  <a16:creationId xmlns:a16="http://schemas.microsoft.com/office/drawing/2014/main" id="{FBE22751-380F-44F9-BEED-0A553CF87BE5}"/>
                </a:ext>
              </a:extLst>
            </p:cNvPr>
            <p:cNvCxnSpPr>
              <a:cxnSpLocks/>
            </p:cNvCxnSpPr>
            <p:nvPr/>
          </p:nvCxnSpPr>
          <p:spPr>
            <a:xfrm>
              <a:off x="1218578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" name="Straight Connector 57">
              <a:extLst>
                <a:ext uri="{FF2B5EF4-FFF2-40B4-BE49-F238E27FC236}">
                  <a16:creationId xmlns:a16="http://schemas.microsoft.com/office/drawing/2014/main" id="{77B27910-846F-4E4E-B588-F5B2E026FE96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171716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" name="Straight Connector 58">
              <a:extLst>
                <a:ext uri="{FF2B5EF4-FFF2-40B4-BE49-F238E27FC236}">
                  <a16:creationId xmlns:a16="http://schemas.microsoft.com/office/drawing/2014/main" id="{E6E0501E-134E-46D7-984F-3A382B0BB29B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714597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" name="Straight Connector 59">
              <a:extLst>
                <a:ext uri="{FF2B5EF4-FFF2-40B4-BE49-F238E27FC236}">
                  <a16:creationId xmlns:a16="http://schemas.microsoft.com/office/drawing/2014/main" id="{90A83974-CBD7-4A69-9D84-2D3BBDE027A5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1257478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" name="Straight Connector 60">
              <a:extLst>
                <a:ext uri="{FF2B5EF4-FFF2-40B4-BE49-F238E27FC236}">
                  <a16:creationId xmlns:a16="http://schemas.microsoft.com/office/drawing/2014/main" id="{A503E931-00D4-4B0C-BC69-49FE5C766518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1800359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" name="Straight Connector 61">
              <a:extLst>
                <a:ext uri="{FF2B5EF4-FFF2-40B4-BE49-F238E27FC236}">
                  <a16:creationId xmlns:a16="http://schemas.microsoft.com/office/drawing/2014/main" id="{97732A30-BE2F-4D71-BC37-60F7B44591B9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2343240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" name="Straight Connector 62">
              <a:extLst>
                <a:ext uri="{FF2B5EF4-FFF2-40B4-BE49-F238E27FC236}">
                  <a16:creationId xmlns:a16="http://schemas.microsoft.com/office/drawing/2014/main" id="{0C8EB840-DE7D-4E67-989C-F4D8F50E15BD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2886121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" name="Straight Connector 63">
              <a:extLst>
                <a:ext uri="{FF2B5EF4-FFF2-40B4-BE49-F238E27FC236}">
                  <a16:creationId xmlns:a16="http://schemas.microsoft.com/office/drawing/2014/main" id="{F05D2CC2-53CC-487E-A72E-42B1E9B18460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3429002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" name="Straight Connector 64">
              <a:extLst>
                <a:ext uri="{FF2B5EF4-FFF2-40B4-BE49-F238E27FC236}">
                  <a16:creationId xmlns:a16="http://schemas.microsoft.com/office/drawing/2014/main" id="{03A12D6B-1D60-4F26-8FB9-74AD5B070BDF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3971883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" name="Straight Connector 65">
              <a:extLst>
                <a:ext uri="{FF2B5EF4-FFF2-40B4-BE49-F238E27FC236}">
                  <a16:creationId xmlns:a16="http://schemas.microsoft.com/office/drawing/2014/main" id="{41895D00-2D63-443C-95A8-5EB6E5EECBFF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4514764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" name="Straight Connector 66">
              <a:extLst>
                <a:ext uri="{FF2B5EF4-FFF2-40B4-BE49-F238E27FC236}">
                  <a16:creationId xmlns:a16="http://schemas.microsoft.com/office/drawing/2014/main" id="{6AC50652-2A56-4382-95D0-971644EE0FA9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5057645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" name="Straight Connector 67">
              <a:extLst>
                <a:ext uri="{FF2B5EF4-FFF2-40B4-BE49-F238E27FC236}">
                  <a16:creationId xmlns:a16="http://schemas.microsoft.com/office/drawing/2014/main" id="{DA50A374-8880-482D-B54F-F74E0D7BE187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5600526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" name="Straight Connector 68">
              <a:extLst>
                <a:ext uri="{FF2B5EF4-FFF2-40B4-BE49-F238E27FC236}">
                  <a16:creationId xmlns:a16="http://schemas.microsoft.com/office/drawing/2014/main" id="{C66364D8-CCC7-4AAF-94BC-766EC160D99E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6857999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" name="Straight Connector 69">
              <a:extLst>
                <a:ext uri="{FF2B5EF4-FFF2-40B4-BE49-F238E27FC236}">
                  <a16:creationId xmlns:a16="http://schemas.microsoft.com/office/drawing/2014/main" id="{4A0DC409-26E2-4453-89FD-745EA849BE7F}"/>
                </a:ext>
              </a:extLst>
            </p:cNvPr>
            <p:cNvCxnSpPr>
              <a:cxnSpLocks/>
            </p:cNvCxnSpPr>
            <p:nvPr/>
          </p:nvCxnSpPr>
          <p:spPr>
            <a:xfrm>
              <a:off x="16613" y="6143407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1" name="Straight Connector 70">
              <a:extLst>
                <a:ext uri="{FF2B5EF4-FFF2-40B4-BE49-F238E27FC236}">
                  <a16:creationId xmlns:a16="http://schemas.microsoft.com/office/drawing/2014/main" id="{239ED039-D66C-4A5E-AA35-E7A5FA2E64C2}"/>
                </a:ext>
              </a:extLst>
            </p:cNvPr>
            <p:cNvCxnSpPr>
              <a:cxnSpLocks/>
            </p:cNvCxnSpPr>
            <p:nvPr/>
          </p:nvCxnSpPr>
          <p:spPr>
            <a:xfrm>
              <a:off x="684225" y="171716"/>
              <a:ext cx="0" cy="6511464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2" name="Straight Connector 71">
              <a:extLst>
                <a:ext uri="{FF2B5EF4-FFF2-40B4-BE49-F238E27FC236}">
                  <a16:creationId xmlns:a16="http://schemas.microsoft.com/office/drawing/2014/main" id="{C72C13DC-161E-49CF-96B5-5383AA052AB7}"/>
                </a:ext>
              </a:extLst>
            </p:cNvPr>
            <p:cNvCxnSpPr>
              <a:cxnSpLocks/>
            </p:cNvCxnSpPr>
            <p:nvPr/>
          </p:nvCxnSpPr>
          <p:spPr>
            <a:xfrm>
              <a:off x="11508412" y="173267"/>
              <a:ext cx="0" cy="6511464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5103067-48DA-458C-99F6-9921C19A80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1079" y="725951"/>
            <a:ext cx="10325000" cy="1442463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CB86862-507E-4F73-890F-3B77BCFA3FA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91079" y="2340131"/>
            <a:ext cx="10325000" cy="356443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EFBC0BB-AF05-4753-9159-41A16FBFC3B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83587" y="6215870"/>
            <a:ext cx="3843779" cy="417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4D2DB57-0F87-46BC-A9AC-0B56938E2691}" type="datetime1">
              <a:rPr lang="en-US" smtClean="0"/>
              <a:t>1/25/2026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8362F82-EA1A-4B02-8A64-3B44C0D9DAC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91078" y="236364"/>
            <a:ext cx="4114800" cy="417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Right Triangle 6">
            <a:extLst>
              <a:ext uri="{FF2B5EF4-FFF2-40B4-BE49-F238E27FC236}">
                <a16:creationId xmlns:a16="http://schemas.microsoft.com/office/drawing/2014/main" id="{63BAC6E0-ADAC-40FB-AF53-88FA5F83738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13500000">
            <a:off x="-281094" y="1516214"/>
            <a:ext cx="568289" cy="568289"/>
          </a:xfrm>
          <a:prstGeom prst="rtTriangle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5A7AC8DB-09DB-75D8-6F59-998E86C4B0E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5610667" y="6183300"/>
            <a:ext cx="979151" cy="417126"/>
          </a:xfrm>
          <a:prstGeom prst="rect">
            <a:avLst/>
          </a:prstGeom>
        </p:spPr>
        <p:txBody>
          <a:bodyPr/>
          <a:lstStyle>
            <a:lvl1pPr algn="ctr">
              <a:defRPr sz="1400" b="1"/>
            </a:lvl1pPr>
          </a:lstStyle>
          <a:p>
            <a:pPr algn="ctr"/>
            <a:fld id="{BE15108C-154A-4A5A-9C05-91A49A422BA7}" type="slidenum">
              <a:rPr lang="en-US" smtClean="0"/>
              <a:pPr algn="ctr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210501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76" r:id="rId1"/>
    <p:sldLayoutId id="2147483777" r:id="rId2"/>
    <p:sldLayoutId id="2147483778" r:id="rId3"/>
    <p:sldLayoutId id="2147483779" r:id="rId4"/>
    <p:sldLayoutId id="2147483780" r:id="rId5"/>
    <p:sldLayoutId id="2147483774" r:id="rId6"/>
    <p:sldLayoutId id="2147483770" r:id="rId7"/>
    <p:sldLayoutId id="2147483771" r:id="rId8"/>
    <p:sldLayoutId id="2147483772" r:id="rId9"/>
    <p:sldLayoutId id="2147483773" r:id="rId10"/>
    <p:sldLayoutId id="2147483775" r:id="rId11"/>
  </p:sldLayoutIdLst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hf sldNum="0" hdr="0" ftr="0" dt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4400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10000"/>
        </a:lnSpc>
        <a:spcBef>
          <a:spcPts val="1000"/>
        </a:spcBef>
        <a:buClr>
          <a:schemeClr val="tx2">
            <a:lumMod val="50000"/>
            <a:lumOff val="50000"/>
          </a:schemeClr>
        </a:buClr>
        <a:buSzPct val="75000"/>
        <a:buFont typeface="Wingdings" panose="05000000000000000000" pitchFamily="2" charset="2"/>
        <a:buChar char="§"/>
        <a:defRPr sz="2000" kern="1200">
          <a:solidFill>
            <a:schemeClr val="tx2"/>
          </a:solidFill>
          <a:latin typeface="+mn-lt"/>
          <a:ea typeface="+mn-ea"/>
          <a:cs typeface="+mn-cs"/>
        </a:defRPr>
      </a:lvl1pPr>
      <a:lvl2pPr marL="457200" indent="-228600" algn="l" defTabSz="914400" rtl="0" eaLnBrk="1" latinLnBrk="0" hangingPunct="1">
        <a:lnSpc>
          <a:spcPct val="110000"/>
        </a:lnSpc>
        <a:spcBef>
          <a:spcPts val="500"/>
        </a:spcBef>
        <a:buClr>
          <a:schemeClr val="tx2">
            <a:lumMod val="50000"/>
            <a:lumOff val="50000"/>
          </a:schemeClr>
        </a:buClr>
        <a:buSzPct val="75000"/>
        <a:buFont typeface="Wingdings" panose="05000000000000000000" pitchFamily="2" charset="2"/>
        <a:buChar char="§"/>
        <a:defRPr sz="1800" kern="1200">
          <a:solidFill>
            <a:schemeClr val="tx2"/>
          </a:solidFill>
          <a:latin typeface="+mn-lt"/>
          <a:ea typeface="+mn-ea"/>
          <a:cs typeface="+mn-cs"/>
        </a:defRPr>
      </a:lvl2pPr>
      <a:lvl3pPr marL="685800" indent="-228600" algn="l" defTabSz="914400" rtl="0" eaLnBrk="1" latinLnBrk="0" hangingPunct="1">
        <a:lnSpc>
          <a:spcPct val="110000"/>
        </a:lnSpc>
        <a:spcBef>
          <a:spcPts val="500"/>
        </a:spcBef>
        <a:buClr>
          <a:schemeClr val="tx2">
            <a:lumMod val="50000"/>
            <a:lumOff val="50000"/>
          </a:schemeClr>
        </a:buClr>
        <a:buSzPct val="75000"/>
        <a:buFont typeface="Wingdings" panose="05000000000000000000" pitchFamily="2" charset="2"/>
        <a:buChar char="§"/>
        <a:defRPr sz="1600" kern="1200">
          <a:solidFill>
            <a:schemeClr val="tx2"/>
          </a:solidFill>
          <a:latin typeface="+mn-lt"/>
          <a:ea typeface="+mn-ea"/>
          <a:cs typeface="+mn-cs"/>
        </a:defRPr>
      </a:lvl3pPr>
      <a:lvl4pPr marL="914400" indent="-228600" algn="l" defTabSz="914400" rtl="0" eaLnBrk="1" latinLnBrk="0" hangingPunct="1">
        <a:lnSpc>
          <a:spcPct val="110000"/>
        </a:lnSpc>
        <a:spcBef>
          <a:spcPts val="500"/>
        </a:spcBef>
        <a:buClr>
          <a:schemeClr val="tx2">
            <a:lumMod val="50000"/>
            <a:lumOff val="50000"/>
          </a:schemeClr>
        </a:buClr>
        <a:buSzPct val="75000"/>
        <a:buFont typeface="Wingdings" panose="05000000000000000000" pitchFamily="2" charset="2"/>
        <a:buChar char="§"/>
        <a:defRPr sz="1400" kern="1200">
          <a:solidFill>
            <a:schemeClr val="tx2"/>
          </a:solidFill>
          <a:latin typeface="+mn-lt"/>
          <a:ea typeface="+mn-ea"/>
          <a:cs typeface="+mn-cs"/>
        </a:defRPr>
      </a:lvl4pPr>
      <a:lvl5pPr marL="1143000" indent="-228600" algn="l" defTabSz="914400" rtl="0" eaLnBrk="1" latinLnBrk="0" hangingPunct="1">
        <a:lnSpc>
          <a:spcPct val="110000"/>
        </a:lnSpc>
        <a:spcBef>
          <a:spcPts val="500"/>
        </a:spcBef>
        <a:buClr>
          <a:schemeClr val="tx2">
            <a:lumMod val="50000"/>
            <a:lumOff val="50000"/>
          </a:schemeClr>
        </a:buClr>
        <a:buSzPct val="75000"/>
        <a:buFont typeface="Wingdings" panose="05000000000000000000" pitchFamily="2" charset="2"/>
        <a:buChar char="§"/>
        <a:defRPr sz="1400" kern="1200">
          <a:solidFill>
            <a:schemeClr val="tx2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2.xml"/><Relationship Id="rId7" Type="http://schemas.microsoft.com/office/2007/relationships/diagramDrawing" Target="../diagrams/drawing2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2.xml"/><Relationship Id="rId5" Type="http://schemas.openxmlformats.org/officeDocument/2006/relationships/diagramQuickStyle" Target="../diagrams/quickStyle2.xml"/><Relationship Id="rId4" Type="http://schemas.openxmlformats.org/officeDocument/2006/relationships/diagramLayout" Target="../diagrams/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3.xml"/><Relationship Id="rId7" Type="http://schemas.microsoft.com/office/2007/relationships/diagramDrawing" Target="../diagrams/drawing3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3.xml"/><Relationship Id="rId5" Type="http://schemas.openxmlformats.org/officeDocument/2006/relationships/diagramQuickStyle" Target="../diagrams/quickStyle3.xml"/><Relationship Id="rId4" Type="http://schemas.openxmlformats.org/officeDocument/2006/relationships/diagramLayout" Target="../diagrams/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4.xml"/><Relationship Id="rId7" Type="http://schemas.microsoft.com/office/2007/relationships/diagramDrawing" Target="../diagrams/drawing4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4.xml"/><Relationship Id="rId5" Type="http://schemas.openxmlformats.org/officeDocument/2006/relationships/diagramQuickStyle" Target="../diagrams/quickStyle4.xml"/><Relationship Id="rId4" Type="http://schemas.openxmlformats.org/officeDocument/2006/relationships/diagramLayout" Target="../diagrams/layout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5.xml"/><Relationship Id="rId7" Type="http://schemas.microsoft.com/office/2007/relationships/diagramDrawing" Target="../diagrams/drawing5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5.xml"/><Relationship Id="rId5" Type="http://schemas.openxmlformats.org/officeDocument/2006/relationships/diagramQuickStyle" Target="../diagrams/quickStyle5.xml"/><Relationship Id="rId4" Type="http://schemas.openxmlformats.org/officeDocument/2006/relationships/diagramLayout" Target="../diagrams/layout5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3.png"/><Relationship Id="rId5" Type="http://schemas.openxmlformats.org/officeDocument/2006/relationships/image" Target="../media/image32.png"/><Relationship Id="rId4" Type="http://schemas.openxmlformats.org/officeDocument/2006/relationships/image" Target="../media/image31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6.xml"/><Relationship Id="rId7" Type="http://schemas.microsoft.com/office/2007/relationships/diagramDrawing" Target="../diagrams/drawing6.xml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6.xml"/><Relationship Id="rId5" Type="http://schemas.openxmlformats.org/officeDocument/2006/relationships/diagramQuickStyle" Target="../diagrams/quickStyle6.xml"/><Relationship Id="rId4" Type="http://schemas.openxmlformats.org/officeDocument/2006/relationships/diagramLayout" Target="../diagrams/layout6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7.xml"/><Relationship Id="rId7" Type="http://schemas.microsoft.com/office/2007/relationships/diagramDrawing" Target="../diagrams/drawing7.xml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7.xml"/><Relationship Id="rId5" Type="http://schemas.openxmlformats.org/officeDocument/2006/relationships/diagramQuickStyle" Target="../diagrams/quickStyle7.xml"/><Relationship Id="rId4" Type="http://schemas.openxmlformats.org/officeDocument/2006/relationships/diagramLayout" Target="../diagrams/layout7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6.sv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8.xml"/><Relationship Id="rId7" Type="http://schemas.microsoft.com/office/2007/relationships/diagramDrawing" Target="../diagrams/drawing8.xml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8.xml"/><Relationship Id="rId5" Type="http://schemas.openxmlformats.org/officeDocument/2006/relationships/diagramQuickStyle" Target="../diagrams/quickStyle8.xml"/><Relationship Id="rId4" Type="http://schemas.openxmlformats.org/officeDocument/2006/relationships/diagramLayout" Target="../diagrams/layout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8" name="Group 134">
            <a:extLst>
              <a:ext uri="{FF2B5EF4-FFF2-40B4-BE49-F238E27FC236}">
                <a16:creationId xmlns:a16="http://schemas.microsoft.com/office/drawing/2014/main" id="{BDF0D99C-5D42-41C6-A50C-C4E2D6B2A3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6214" y="-1"/>
            <a:ext cx="12214827" cy="6858000"/>
            <a:chOff x="-6214" y="-1"/>
            <a:chExt cx="12214827" cy="6858000"/>
          </a:xfrm>
        </p:grpSpPr>
        <p:cxnSp>
          <p:nvCxnSpPr>
            <p:cNvPr id="136" name="Straight Connector 135">
              <a:extLst>
                <a:ext uri="{FF2B5EF4-FFF2-40B4-BE49-F238E27FC236}">
                  <a16:creationId xmlns:a16="http://schemas.microsoft.com/office/drawing/2014/main" id="{5F28962D-50BA-43F8-8863-28ECE711D3F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-6214" y="6686283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7" name="Straight Connector 136">
              <a:extLst>
                <a:ext uri="{FF2B5EF4-FFF2-40B4-BE49-F238E27FC236}">
                  <a16:creationId xmlns:a16="http://schemas.microsoft.com/office/drawing/2014/main" id="{780F5939-D4E0-46FD-9A5A-5D648E38109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8" name="Straight Connector 137">
              <a:extLst>
                <a:ext uri="{FF2B5EF4-FFF2-40B4-BE49-F238E27FC236}">
                  <a16:creationId xmlns:a16="http://schemas.microsoft.com/office/drawing/2014/main" id="{8633D331-78CB-40A1-B167-8185EC5D707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99325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9" name="Straight Connector 138">
              <a:extLst>
                <a:ext uri="{FF2B5EF4-FFF2-40B4-BE49-F238E27FC236}">
                  <a16:creationId xmlns:a16="http://schemas.microsoft.com/office/drawing/2014/main" id="{C512E4B1-E78E-49E7-AA36-374CC1B084E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9252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0" name="Straight Connector 139">
              <a:extLst>
                <a:ext uri="{FF2B5EF4-FFF2-40B4-BE49-F238E27FC236}">
                  <a16:creationId xmlns:a16="http://schemas.microsoft.com/office/drawing/2014/main" id="{A7D46340-CBFC-490F-B44E-7AA8FBF58B0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7592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1" name="Straight Connector 140">
              <a:extLst>
                <a:ext uri="{FF2B5EF4-FFF2-40B4-BE49-F238E27FC236}">
                  <a16:creationId xmlns:a16="http://schemas.microsoft.com/office/drawing/2014/main" id="{3575C26C-3EBD-4AA9-BA4D-2561E295D65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215931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2" name="Straight Connector 141">
              <a:extLst>
                <a:ext uri="{FF2B5EF4-FFF2-40B4-BE49-F238E27FC236}">
                  <a16:creationId xmlns:a16="http://schemas.microsoft.com/office/drawing/2014/main" id="{235DB6BE-E065-4559-BF5C-36B56B37904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314271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3" name="Straight Connector 142">
              <a:extLst>
                <a:ext uri="{FF2B5EF4-FFF2-40B4-BE49-F238E27FC236}">
                  <a16:creationId xmlns:a16="http://schemas.microsoft.com/office/drawing/2014/main" id="{3DA54272-CD9D-4F68-BBAB-4F0C0C3EC63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4126104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4" name="Straight Connector 143">
              <a:extLst>
                <a:ext uri="{FF2B5EF4-FFF2-40B4-BE49-F238E27FC236}">
                  <a16:creationId xmlns:a16="http://schemas.microsoft.com/office/drawing/2014/main" id="{A002CE8F-9256-4F2C-B474-58873717119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510949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5" name="Straight Connector 144">
              <a:extLst>
                <a:ext uri="{FF2B5EF4-FFF2-40B4-BE49-F238E27FC236}">
                  <a16:creationId xmlns:a16="http://schemas.microsoft.com/office/drawing/2014/main" id="{59C9DE9F-4252-401D-913E-B74C9E326F9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609289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6" name="Straight Connector 145">
              <a:extLst>
                <a:ext uri="{FF2B5EF4-FFF2-40B4-BE49-F238E27FC236}">
                  <a16:creationId xmlns:a16="http://schemas.microsoft.com/office/drawing/2014/main" id="{8FE4E69B-534F-4A80-9E1C-798BEE1B079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7628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7" name="Straight Connector 146">
              <a:extLst>
                <a:ext uri="{FF2B5EF4-FFF2-40B4-BE49-F238E27FC236}">
                  <a16:creationId xmlns:a16="http://schemas.microsoft.com/office/drawing/2014/main" id="{27564E1C-009C-4832-AE8D-E98286693F0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805968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8" name="Straight Connector 147">
              <a:extLst>
                <a:ext uri="{FF2B5EF4-FFF2-40B4-BE49-F238E27FC236}">
                  <a16:creationId xmlns:a16="http://schemas.microsoft.com/office/drawing/2014/main" id="{4305DF1C-5801-43F2-A8B9-5351369418C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9043074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9" name="Straight Connector 148">
              <a:extLst>
                <a:ext uri="{FF2B5EF4-FFF2-40B4-BE49-F238E27FC236}">
                  <a16:creationId xmlns:a16="http://schemas.microsoft.com/office/drawing/2014/main" id="{806E71C8-0783-4E17-9B34-F51231DD295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002646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0" name="Straight Connector 149">
              <a:extLst>
                <a:ext uri="{FF2B5EF4-FFF2-40B4-BE49-F238E27FC236}">
                  <a16:creationId xmlns:a16="http://schemas.microsoft.com/office/drawing/2014/main" id="{FD908F17-2A89-4B0A-A2EA-692390969FE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00986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1" name="Straight Connector 150">
              <a:extLst>
                <a:ext uri="{FF2B5EF4-FFF2-40B4-BE49-F238E27FC236}">
                  <a16:creationId xmlns:a16="http://schemas.microsoft.com/office/drawing/2014/main" id="{FBE22751-380F-44F9-BEED-0A553CF87BE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218578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2" name="Straight Connector 151">
              <a:extLst>
                <a:ext uri="{FF2B5EF4-FFF2-40B4-BE49-F238E27FC236}">
                  <a16:creationId xmlns:a16="http://schemas.microsoft.com/office/drawing/2014/main" id="{77B27910-846F-4E4E-B588-F5B2E026FE9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71716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3" name="Straight Connector 152">
              <a:extLst>
                <a:ext uri="{FF2B5EF4-FFF2-40B4-BE49-F238E27FC236}">
                  <a16:creationId xmlns:a16="http://schemas.microsoft.com/office/drawing/2014/main" id="{E6E0501E-134E-46D7-984F-3A382B0BB29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714597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4" name="Straight Connector 153">
              <a:extLst>
                <a:ext uri="{FF2B5EF4-FFF2-40B4-BE49-F238E27FC236}">
                  <a16:creationId xmlns:a16="http://schemas.microsoft.com/office/drawing/2014/main" id="{90A83974-CBD7-4A69-9D84-2D3BBDE027A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257478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5" name="Straight Connector 154">
              <a:extLst>
                <a:ext uri="{FF2B5EF4-FFF2-40B4-BE49-F238E27FC236}">
                  <a16:creationId xmlns:a16="http://schemas.microsoft.com/office/drawing/2014/main" id="{A503E931-00D4-4B0C-BC69-49FE5C76651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800359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6" name="Straight Connector 155">
              <a:extLst>
                <a:ext uri="{FF2B5EF4-FFF2-40B4-BE49-F238E27FC236}">
                  <a16:creationId xmlns:a16="http://schemas.microsoft.com/office/drawing/2014/main" id="{97732A30-BE2F-4D71-BC37-60F7B44591B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2343240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7" name="Straight Connector 156">
              <a:extLst>
                <a:ext uri="{FF2B5EF4-FFF2-40B4-BE49-F238E27FC236}">
                  <a16:creationId xmlns:a16="http://schemas.microsoft.com/office/drawing/2014/main" id="{0C8EB840-DE7D-4E67-989C-F4D8F50E15B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2886121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8" name="Straight Connector 157">
              <a:extLst>
                <a:ext uri="{FF2B5EF4-FFF2-40B4-BE49-F238E27FC236}">
                  <a16:creationId xmlns:a16="http://schemas.microsoft.com/office/drawing/2014/main" id="{F05D2CC2-53CC-487E-A72E-42B1E9B1846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3429002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9" name="Straight Connector 158">
              <a:extLst>
                <a:ext uri="{FF2B5EF4-FFF2-40B4-BE49-F238E27FC236}">
                  <a16:creationId xmlns:a16="http://schemas.microsoft.com/office/drawing/2014/main" id="{03A12D6B-1D60-4F26-8FB9-74AD5B070BD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3971883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0" name="Straight Connector 159">
              <a:extLst>
                <a:ext uri="{FF2B5EF4-FFF2-40B4-BE49-F238E27FC236}">
                  <a16:creationId xmlns:a16="http://schemas.microsoft.com/office/drawing/2014/main" id="{41895D00-2D63-443C-95A8-5EB6E5EECBF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4514764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1" name="Straight Connector 160">
              <a:extLst>
                <a:ext uri="{FF2B5EF4-FFF2-40B4-BE49-F238E27FC236}">
                  <a16:creationId xmlns:a16="http://schemas.microsoft.com/office/drawing/2014/main" id="{6AC50652-2A56-4382-95D0-971644EE0FA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5057645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2" name="Straight Connector 161">
              <a:extLst>
                <a:ext uri="{FF2B5EF4-FFF2-40B4-BE49-F238E27FC236}">
                  <a16:creationId xmlns:a16="http://schemas.microsoft.com/office/drawing/2014/main" id="{DA50A374-8880-482D-B54F-F74E0D7BE18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5600526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3" name="Straight Connector 162">
              <a:extLst>
                <a:ext uri="{FF2B5EF4-FFF2-40B4-BE49-F238E27FC236}">
                  <a16:creationId xmlns:a16="http://schemas.microsoft.com/office/drawing/2014/main" id="{C66364D8-CCC7-4AAF-94BC-766EC160D99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6857999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4" name="Straight Connector 163">
              <a:extLst>
                <a:ext uri="{FF2B5EF4-FFF2-40B4-BE49-F238E27FC236}">
                  <a16:creationId xmlns:a16="http://schemas.microsoft.com/office/drawing/2014/main" id="{4A0DC409-26E2-4453-89FD-745EA849BE7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6613" y="6143407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5" name="Straight Connector 164">
              <a:extLst>
                <a:ext uri="{FF2B5EF4-FFF2-40B4-BE49-F238E27FC236}">
                  <a16:creationId xmlns:a16="http://schemas.microsoft.com/office/drawing/2014/main" id="{239ED039-D66C-4A5E-AA35-E7A5FA2E64C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684225" y="171716"/>
              <a:ext cx="0" cy="6511464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6" name="Straight Connector 165">
              <a:extLst>
                <a:ext uri="{FF2B5EF4-FFF2-40B4-BE49-F238E27FC236}">
                  <a16:creationId xmlns:a16="http://schemas.microsoft.com/office/drawing/2014/main" id="{C72C13DC-161E-49CF-96B5-5383AA052AB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508412" y="173267"/>
              <a:ext cx="0" cy="6511464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09" name="Right Triangle 167">
            <a:extLst>
              <a:ext uri="{FF2B5EF4-FFF2-40B4-BE49-F238E27FC236}">
                <a16:creationId xmlns:a16="http://schemas.microsoft.com/office/drawing/2014/main" id="{63BAC6E0-ADAC-40FB-AF53-88FA5F83738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3500000">
            <a:off x="-281094" y="1516214"/>
            <a:ext cx="568289" cy="568289"/>
          </a:xfrm>
          <a:prstGeom prst="rtTriangle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 useBgFill="1">
        <p:nvSpPr>
          <p:cNvPr id="210" name="Rectangle 169">
            <a:extLst>
              <a:ext uri="{FF2B5EF4-FFF2-40B4-BE49-F238E27FC236}">
                <a16:creationId xmlns:a16="http://schemas.microsoft.com/office/drawing/2014/main" id="{1C582B07-D0F0-4B6B-A5D9-D2F192CB3A4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sp useBgFill="1">
        <p:nvSpPr>
          <p:cNvPr id="211" name="Freeform: Shape 171">
            <a:extLst>
              <a:ext uri="{FF2B5EF4-FFF2-40B4-BE49-F238E27FC236}">
                <a16:creationId xmlns:a16="http://schemas.microsoft.com/office/drawing/2014/main" id="{CFDF70F4-97B6-40D8-B1FA-9580DBD2393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V="1">
            <a:off x="5552244" y="224448"/>
            <a:ext cx="6857996" cy="6409096"/>
          </a:xfrm>
          <a:custGeom>
            <a:avLst/>
            <a:gdLst>
              <a:gd name="connsiteX0" fmla="*/ 0 w 6857996"/>
              <a:gd name="connsiteY0" fmla="*/ 2827344 h 6142577"/>
              <a:gd name="connsiteX1" fmla="*/ 0 w 6857996"/>
              <a:gd name="connsiteY1" fmla="*/ 5080510 h 6142577"/>
              <a:gd name="connsiteX2" fmla="*/ 3 w 6857996"/>
              <a:gd name="connsiteY2" fmla="*/ 5080510 h 6142577"/>
              <a:gd name="connsiteX3" fmla="*/ 3 w 6857996"/>
              <a:gd name="connsiteY3" fmla="*/ 6142577 h 6142577"/>
              <a:gd name="connsiteX4" fmla="*/ 6857996 w 6857996"/>
              <a:gd name="connsiteY4" fmla="*/ 6142577 h 6142577"/>
              <a:gd name="connsiteX5" fmla="*/ 6857996 w 6857996"/>
              <a:gd name="connsiteY5" fmla="*/ 3928749 h 6142577"/>
              <a:gd name="connsiteX6" fmla="*/ 6857996 w 6857996"/>
              <a:gd name="connsiteY6" fmla="*/ 2572597 h 6142577"/>
              <a:gd name="connsiteX7" fmla="*/ 6857996 w 6857996"/>
              <a:gd name="connsiteY7" fmla="*/ 307516 h 6142577"/>
              <a:gd name="connsiteX8" fmla="*/ 6550769 w 6857996"/>
              <a:gd name="connsiteY8" fmla="*/ 222609 h 6142577"/>
              <a:gd name="connsiteX9" fmla="*/ 5031274 w 6857996"/>
              <a:gd name="connsiteY9" fmla="*/ 33 h 6142577"/>
              <a:gd name="connsiteX10" fmla="*/ 310659 w 6857996"/>
              <a:gd name="connsiteY10" fmla="*/ 1067285 h 6142577"/>
              <a:gd name="connsiteX11" fmla="*/ 2 w 6857996"/>
              <a:gd name="connsiteY11" fmla="*/ 1072307 h 6142577"/>
              <a:gd name="connsiteX12" fmla="*/ 2 w 6857996"/>
              <a:gd name="connsiteY12" fmla="*/ 2827344 h 61425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6857996" h="6142577">
                <a:moveTo>
                  <a:pt x="0" y="2827344"/>
                </a:moveTo>
                <a:lnTo>
                  <a:pt x="0" y="5080510"/>
                </a:lnTo>
                <a:lnTo>
                  <a:pt x="3" y="5080510"/>
                </a:lnTo>
                <a:lnTo>
                  <a:pt x="3" y="6142577"/>
                </a:lnTo>
                <a:lnTo>
                  <a:pt x="6857996" y="6142577"/>
                </a:lnTo>
                <a:lnTo>
                  <a:pt x="6857996" y="3928749"/>
                </a:lnTo>
                <a:lnTo>
                  <a:pt x="6857996" y="2572597"/>
                </a:lnTo>
                <a:lnTo>
                  <a:pt x="6857996" y="307516"/>
                </a:lnTo>
                <a:lnTo>
                  <a:pt x="6550769" y="222609"/>
                </a:lnTo>
                <a:cubicBezTo>
                  <a:pt x="5946238" y="65902"/>
                  <a:pt x="5454822" y="1688"/>
                  <a:pt x="5031274" y="33"/>
                </a:cubicBezTo>
                <a:cubicBezTo>
                  <a:pt x="3337081" y="-6590"/>
                  <a:pt x="2728780" y="987729"/>
                  <a:pt x="310659" y="1067285"/>
                </a:cubicBezTo>
                <a:lnTo>
                  <a:pt x="2" y="1072307"/>
                </a:lnTo>
                <a:lnTo>
                  <a:pt x="2" y="2827344"/>
                </a:lnTo>
                <a:close/>
              </a:path>
            </a:pathLst>
          </a:custGeom>
          <a:solidFill>
            <a:srgbClr val="BCBCBC">
              <a:alpha val="3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grpSp>
        <p:nvGrpSpPr>
          <p:cNvPr id="174" name="Group 173">
            <a:extLst>
              <a:ext uri="{FF2B5EF4-FFF2-40B4-BE49-F238E27FC236}">
                <a16:creationId xmlns:a16="http://schemas.microsoft.com/office/drawing/2014/main" id="{807F70BA-21EF-4B7D-ACFF-D02E136D44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6214" y="-1"/>
            <a:ext cx="12214827" cy="6858000"/>
            <a:chOff x="-6214" y="-1"/>
            <a:chExt cx="12214827" cy="6858000"/>
          </a:xfrm>
        </p:grpSpPr>
        <p:cxnSp>
          <p:nvCxnSpPr>
            <p:cNvPr id="175" name="Straight Connector 174">
              <a:extLst>
                <a:ext uri="{FF2B5EF4-FFF2-40B4-BE49-F238E27FC236}">
                  <a16:creationId xmlns:a16="http://schemas.microsoft.com/office/drawing/2014/main" id="{7D487A9C-B45A-450B-B04B-02570D8F419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-6214" y="6686283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6" name="Straight Connector 175">
              <a:extLst>
                <a:ext uri="{FF2B5EF4-FFF2-40B4-BE49-F238E27FC236}">
                  <a16:creationId xmlns:a16="http://schemas.microsoft.com/office/drawing/2014/main" id="{09C56948-B944-4EAA-A601-1C3F289A7CD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7" name="Straight Connector 176">
              <a:extLst>
                <a:ext uri="{FF2B5EF4-FFF2-40B4-BE49-F238E27FC236}">
                  <a16:creationId xmlns:a16="http://schemas.microsoft.com/office/drawing/2014/main" id="{43EFFD07-1C36-4595-9832-727669712CF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99325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8" name="Straight Connector 177">
              <a:extLst>
                <a:ext uri="{FF2B5EF4-FFF2-40B4-BE49-F238E27FC236}">
                  <a16:creationId xmlns:a16="http://schemas.microsoft.com/office/drawing/2014/main" id="{FA5917E5-3154-42BC-8308-71C3D44DB41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9252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9" name="Straight Connector 178">
              <a:extLst>
                <a:ext uri="{FF2B5EF4-FFF2-40B4-BE49-F238E27FC236}">
                  <a16:creationId xmlns:a16="http://schemas.microsoft.com/office/drawing/2014/main" id="{4B05D64D-A9ED-421A-9ABE-761977A8153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7592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0" name="Straight Connector 179">
              <a:extLst>
                <a:ext uri="{FF2B5EF4-FFF2-40B4-BE49-F238E27FC236}">
                  <a16:creationId xmlns:a16="http://schemas.microsoft.com/office/drawing/2014/main" id="{25E49393-F5BE-4823-92E3-7A624F7EAAE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215931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1" name="Straight Connector 180">
              <a:extLst>
                <a:ext uri="{FF2B5EF4-FFF2-40B4-BE49-F238E27FC236}">
                  <a16:creationId xmlns:a16="http://schemas.microsoft.com/office/drawing/2014/main" id="{46035503-21C0-4568-B46B-90BB750327C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314271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2" name="Straight Connector 181">
              <a:extLst>
                <a:ext uri="{FF2B5EF4-FFF2-40B4-BE49-F238E27FC236}">
                  <a16:creationId xmlns:a16="http://schemas.microsoft.com/office/drawing/2014/main" id="{F5CACA2B-D1AF-419E-BFBF-413F69DFDB8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4126104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3" name="Straight Connector 182">
              <a:extLst>
                <a:ext uri="{FF2B5EF4-FFF2-40B4-BE49-F238E27FC236}">
                  <a16:creationId xmlns:a16="http://schemas.microsoft.com/office/drawing/2014/main" id="{2284408D-F3CE-466F-A0C8-D27F2BCFC62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510949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4" name="Straight Connector 183">
              <a:extLst>
                <a:ext uri="{FF2B5EF4-FFF2-40B4-BE49-F238E27FC236}">
                  <a16:creationId xmlns:a16="http://schemas.microsoft.com/office/drawing/2014/main" id="{A2C5065B-1474-4D66-99DB-CFEF811C0FD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609289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5" name="Straight Connector 184">
              <a:extLst>
                <a:ext uri="{FF2B5EF4-FFF2-40B4-BE49-F238E27FC236}">
                  <a16:creationId xmlns:a16="http://schemas.microsoft.com/office/drawing/2014/main" id="{6C6F4B51-92DC-4003-A3E7-28710D57AB9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7628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6" name="Straight Connector 185">
              <a:extLst>
                <a:ext uri="{FF2B5EF4-FFF2-40B4-BE49-F238E27FC236}">
                  <a16:creationId xmlns:a16="http://schemas.microsoft.com/office/drawing/2014/main" id="{0D5C13CE-E4FE-4F85-BC09-9C950ED7526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805968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7" name="Straight Connector 186">
              <a:extLst>
                <a:ext uri="{FF2B5EF4-FFF2-40B4-BE49-F238E27FC236}">
                  <a16:creationId xmlns:a16="http://schemas.microsoft.com/office/drawing/2014/main" id="{851C5D97-1CDA-475E-BAC6-EE58999872A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9043074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8" name="Straight Connector 187">
              <a:extLst>
                <a:ext uri="{FF2B5EF4-FFF2-40B4-BE49-F238E27FC236}">
                  <a16:creationId xmlns:a16="http://schemas.microsoft.com/office/drawing/2014/main" id="{DB712EBA-54FF-45FE-9A4E-98C0C0EC23F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002646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9" name="Straight Connector 188">
              <a:extLst>
                <a:ext uri="{FF2B5EF4-FFF2-40B4-BE49-F238E27FC236}">
                  <a16:creationId xmlns:a16="http://schemas.microsoft.com/office/drawing/2014/main" id="{7E0AB49E-A89E-4B6C-AAAA-96E326D154A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00986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0" name="Straight Connector 189">
              <a:extLst>
                <a:ext uri="{FF2B5EF4-FFF2-40B4-BE49-F238E27FC236}">
                  <a16:creationId xmlns:a16="http://schemas.microsoft.com/office/drawing/2014/main" id="{1E63E817-E471-4A64-9EF6-FFB1FBB3481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218578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1" name="Straight Connector 190">
              <a:extLst>
                <a:ext uri="{FF2B5EF4-FFF2-40B4-BE49-F238E27FC236}">
                  <a16:creationId xmlns:a16="http://schemas.microsoft.com/office/drawing/2014/main" id="{E4BB2927-CDAC-455A-8D26-8582DD13DDF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71716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2" name="Straight Connector 191">
              <a:extLst>
                <a:ext uri="{FF2B5EF4-FFF2-40B4-BE49-F238E27FC236}">
                  <a16:creationId xmlns:a16="http://schemas.microsoft.com/office/drawing/2014/main" id="{A8E42F79-594B-4397-8A30-281228EF993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714597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3" name="Straight Connector 192">
              <a:extLst>
                <a:ext uri="{FF2B5EF4-FFF2-40B4-BE49-F238E27FC236}">
                  <a16:creationId xmlns:a16="http://schemas.microsoft.com/office/drawing/2014/main" id="{6E578AA8-0A5F-4BAA-AAFC-8A1E07838B1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257478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4" name="Straight Connector 193">
              <a:extLst>
                <a:ext uri="{FF2B5EF4-FFF2-40B4-BE49-F238E27FC236}">
                  <a16:creationId xmlns:a16="http://schemas.microsoft.com/office/drawing/2014/main" id="{9BA6CB24-165E-4D82-A315-18FFF8ABC6C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800359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5" name="Straight Connector 194">
              <a:extLst>
                <a:ext uri="{FF2B5EF4-FFF2-40B4-BE49-F238E27FC236}">
                  <a16:creationId xmlns:a16="http://schemas.microsoft.com/office/drawing/2014/main" id="{6A7AFC89-7922-47E2-8920-9883AF13C2E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2343240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6" name="Straight Connector 195">
              <a:extLst>
                <a:ext uri="{FF2B5EF4-FFF2-40B4-BE49-F238E27FC236}">
                  <a16:creationId xmlns:a16="http://schemas.microsoft.com/office/drawing/2014/main" id="{82D63DEE-348A-4118-952F-DCD6FC1B6D2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2886121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7" name="Straight Connector 196">
              <a:extLst>
                <a:ext uri="{FF2B5EF4-FFF2-40B4-BE49-F238E27FC236}">
                  <a16:creationId xmlns:a16="http://schemas.microsoft.com/office/drawing/2014/main" id="{47A17409-8146-400D-A3C1-1E93FE2056D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3429002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8" name="Straight Connector 197">
              <a:extLst>
                <a:ext uri="{FF2B5EF4-FFF2-40B4-BE49-F238E27FC236}">
                  <a16:creationId xmlns:a16="http://schemas.microsoft.com/office/drawing/2014/main" id="{621B7B93-01A0-4FDD-A6E1-57295778182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3971883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9" name="Straight Connector 198">
              <a:extLst>
                <a:ext uri="{FF2B5EF4-FFF2-40B4-BE49-F238E27FC236}">
                  <a16:creationId xmlns:a16="http://schemas.microsoft.com/office/drawing/2014/main" id="{6D3948D1-38CD-41AC-BBE8-291A85A7035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4514764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0" name="Straight Connector 199">
              <a:extLst>
                <a:ext uri="{FF2B5EF4-FFF2-40B4-BE49-F238E27FC236}">
                  <a16:creationId xmlns:a16="http://schemas.microsoft.com/office/drawing/2014/main" id="{A633F3FE-70B6-41BD-A2D7-F9A53AB38EB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5057645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1" name="Straight Connector 200">
              <a:extLst>
                <a:ext uri="{FF2B5EF4-FFF2-40B4-BE49-F238E27FC236}">
                  <a16:creationId xmlns:a16="http://schemas.microsoft.com/office/drawing/2014/main" id="{09D1DD0D-9D4A-41EA-9650-F8215D949B7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5600526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2" name="Straight Connector 201">
              <a:extLst>
                <a:ext uri="{FF2B5EF4-FFF2-40B4-BE49-F238E27FC236}">
                  <a16:creationId xmlns:a16="http://schemas.microsoft.com/office/drawing/2014/main" id="{8148EE7C-8DC4-4A31-A981-8F838EA8FA0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6857999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3" name="Straight Connector 202">
              <a:extLst>
                <a:ext uri="{FF2B5EF4-FFF2-40B4-BE49-F238E27FC236}">
                  <a16:creationId xmlns:a16="http://schemas.microsoft.com/office/drawing/2014/main" id="{F7F7EC5C-3015-4A5E-A9E3-B53F5293D2F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6613" y="6143407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4" name="Straight Connector 203">
              <a:extLst>
                <a:ext uri="{FF2B5EF4-FFF2-40B4-BE49-F238E27FC236}">
                  <a16:creationId xmlns:a16="http://schemas.microsoft.com/office/drawing/2014/main" id="{FD7AF31F-4674-411A-837A-ED991478D26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684225" y="171716"/>
              <a:ext cx="0" cy="6511464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2" name="Straight Connector 204">
              <a:extLst>
                <a:ext uri="{FF2B5EF4-FFF2-40B4-BE49-F238E27FC236}">
                  <a16:creationId xmlns:a16="http://schemas.microsoft.com/office/drawing/2014/main" id="{5D3DAED2-414E-42E1-998A-6D7EF4A4D06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508412" y="173267"/>
              <a:ext cx="0" cy="6511464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07" name="Right Triangle 206">
            <a:extLst>
              <a:ext uri="{FF2B5EF4-FFF2-40B4-BE49-F238E27FC236}">
                <a16:creationId xmlns:a16="http://schemas.microsoft.com/office/drawing/2014/main" id="{9E92C66B-792F-479F-B983-F47FEE1AB56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3500000">
            <a:off x="-281094" y="1525300"/>
            <a:ext cx="568289" cy="568289"/>
          </a:xfrm>
          <a:prstGeom prst="rtTriangle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7" name="כותרת 1">
            <a:extLst>
              <a:ext uri="{FF2B5EF4-FFF2-40B4-BE49-F238E27FC236}">
                <a16:creationId xmlns:a16="http://schemas.microsoft.com/office/drawing/2014/main" id="{5FDBDEA6-9826-F6CA-AFDA-946E761D646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84847" y="896953"/>
            <a:ext cx="6398910" cy="1824982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en-US" sz="4000"/>
              <a:t>UniSched – University Course Timetabling System</a:t>
            </a:r>
          </a:p>
        </p:txBody>
      </p:sp>
      <p:sp>
        <p:nvSpPr>
          <p:cNvPr id="8" name="כותרת משנה 2">
            <a:extLst>
              <a:ext uri="{FF2B5EF4-FFF2-40B4-BE49-F238E27FC236}">
                <a16:creationId xmlns:a16="http://schemas.microsoft.com/office/drawing/2014/main" id="{28D5B004-5233-2B3A-AEDA-B188CF50ACD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91079" y="3428997"/>
            <a:ext cx="4424633" cy="2703052"/>
          </a:xfrm>
        </p:spPr>
        <p:txBody>
          <a:bodyPr>
            <a:normAutofit/>
          </a:bodyPr>
          <a:lstStyle/>
          <a:p>
            <a:r>
              <a:rPr lang="en-US"/>
              <a:t>Gal Moyal</a:t>
            </a:r>
          </a:p>
          <a:p>
            <a:r>
              <a:rPr lang="en-US"/>
              <a:t>Eden Furman</a:t>
            </a:r>
          </a:p>
          <a:p>
            <a:r>
              <a:rPr lang="en-US"/>
              <a:t>Advisor:</a:t>
            </a:r>
          </a:p>
          <a:p>
            <a:r>
              <a:rPr lang="en-US"/>
              <a:t>Dr. Julia </a:t>
            </a:r>
            <a:r>
              <a:rPr lang="en-US" err="1"/>
              <a:t>Sheidin</a:t>
            </a:r>
            <a:endParaRPr lang="en-US"/>
          </a:p>
          <a:p>
            <a:r>
              <a:rPr lang="en-US"/>
              <a:t>Dr. Avital Shulner Tal</a:t>
            </a:r>
          </a:p>
        </p:txBody>
      </p:sp>
      <p:pic>
        <p:nvPicPr>
          <p:cNvPr id="5" name="תמונה 4" descr="תמונה שמכילה גופן, גרפיקה, טקסט, לוגו&#10;&#10;תוכן בינה מלאכותית גנרטיבית עשוי להיות שגוי.">
            <a:extLst>
              <a:ext uri="{FF2B5EF4-FFF2-40B4-BE49-F238E27FC236}">
                <a16:creationId xmlns:a16="http://schemas.microsoft.com/office/drawing/2014/main" id="{F5A67A32-8301-50B4-C9C5-01E72331314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7087094" y="2915049"/>
            <a:ext cx="4401655" cy="1034388"/>
          </a:xfrm>
          <a:prstGeom prst="rect">
            <a:avLst/>
          </a:prstGeom>
          <a:noFill/>
        </p:spPr>
      </p:pic>
      <p:sp>
        <p:nvSpPr>
          <p:cNvPr id="9" name="תיבת טקסט 8">
            <a:extLst>
              <a:ext uri="{FF2B5EF4-FFF2-40B4-BE49-F238E27FC236}">
                <a16:creationId xmlns:a16="http://schemas.microsoft.com/office/drawing/2014/main" id="{6B3D462C-EE00-0289-C896-E2016C3B8890}"/>
              </a:ext>
            </a:extLst>
          </p:cNvPr>
          <p:cNvSpPr txBox="1"/>
          <p:nvPr/>
        </p:nvSpPr>
        <p:spPr>
          <a:xfrm>
            <a:off x="7936010" y="4024982"/>
            <a:ext cx="2492247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lang="en-US" sz="2000"/>
              <a:t>Code: 26 – 1- D -13</a:t>
            </a:r>
          </a:p>
        </p:txBody>
      </p:sp>
      <p:sp>
        <p:nvSpPr>
          <p:cNvPr id="10" name="מציין מיקום של מספר שקופית 3">
            <a:extLst>
              <a:ext uri="{FF2B5EF4-FFF2-40B4-BE49-F238E27FC236}">
                <a16:creationId xmlns:a16="http://schemas.microsoft.com/office/drawing/2014/main" id="{098DA550-DD69-7CA9-1B23-50A571C382E9}"/>
              </a:ext>
            </a:extLst>
          </p:cNvPr>
          <p:cNvSpPr txBox="1">
            <a:spLocks/>
          </p:cNvSpPr>
          <p:nvPr/>
        </p:nvSpPr>
        <p:spPr>
          <a:xfrm>
            <a:off x="5600210" y="6233080"/>
            <a:ext cx="979151" cy="417126"/>
          </a:xfrm>
          <a:prstGeom prst="rect">
            <a:avLst/>
          </a:prstGeom>
        </p:spPr>
        <p:txBody>
          <a:bodyPr>
            <a:norm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spcAft>
                <a:spcPts val="600"/>
              </a:spcAft>
            </a:pPr>
            <a:fld id="{BE15108C-154A-4A5A-9C05-91A49A422BA7}" type="slidenum">
              <a:rPr lang="en-US" sz="1400" b="1" smtClean="0">
                <a:solidFill>
                  <a:schemeClr val="tx1">
                    <a:tint val="75000"/>
                  </a:schemeClr>
                </a:solidFill>
              </a:rPr>
              <a:pPr algn="ctr">
                <a:spcAft>
                  <a:spcPts val="600"/>
                </a:spcAft>
              </a:pPr>
              <a:t>1</a:t>
            </a:fld>
            <a:endParaRPr lang="en-US" sz="1400" b="1">
              <a:solidFill>
                <a:schemeClr val="tx1">
                  <a:tint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8033537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F33A97C6-238C-AB5F-110E-1941D6FB06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Background &amp; Current Situation</a:t>
            </a:r>
            <a:endParaRPr lang="he-IL"/>
          </a:p>
        </p:txBody>
      </p:sp>
      <p:graphicFrame>
        <p:nvGraphicFramePr>
          <p:cNvPr id="6" name="מציין מיקום תוכן 2">
            <a:extLst>
              <a:ext uri="{FF2B5EF4-FFF2-40B4-BE49-F238E27FC236}">
                <a16:creationId xmlns:a16="http://schemas.microsoft.com/office/drawing/2014/main" id="{6F66DBFC-6F7A-5FD0-376F-9C0D6F36819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214851596"/>
              </p:ext>
            </p:extLst>
          </p:nvPr>
        </p:nvGraphicFramePr>
        <p:xfrm>
          <a:off x="691079" y="2340131"/>
          <a:ext cx="10325000" cy="356443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122804474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9663BDD8-36FC-48B0-8862-3B51BE4F77D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208613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B27757FA-E22B-4C03-A927-1E4B4A5855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6214" y="-1"/>
            <a:ext cx="12214827" cy="6858000"/>
            <a:chOff x="-6214" y="-1"/>
            <a:chExt cx="12214827" cy="6858000"/>
          </a:xfrm>
        </p:grpSpPr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9FA329A2-1D2A-4A62-A6AF-93B37310C41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-6214" y="6686283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EAAB6EEA-4329-4352-9BA3-1746A7111E9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7DF1164F-7F9A-40C5-868D-082B3E0F117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99325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ADB572B4-ACB4-4026-BE9F-D3523A2C1C3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9252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F77DB227-A8B6-43DC-970A-925EED2E0F0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7592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3B6B9264-5A30-46E0-A2C1-636FB3D1B16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215931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B879B4D0-16B0-456E-8951-4042C78B2A2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314271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143D00E3-B79B-41D6-9E66-07EC7E6C25F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4126104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BDD97DA3-F9CF-4985-A2BA-27DDD396C7A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510949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20472B34-25FF-41FB-BF22-42D29C83F61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609289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3C6268AA-8DD1-4959-8136-0ECAAFD2714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7628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1F744375-C310-46F7-AC26-C5A4BD827F5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805968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86C08DB1-CFE5-4A9A-BCB2-C82F79C61A9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9043074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4F10D3C0-7CBD-42BF-BC76-68A25F97309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002646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F6DF561D-125D-4BA4-BEA8-D540A3EF8FB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00986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696CE140-59C9-47C1-9BFD-E716943C476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218578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7D2421D5-FB16-43BB-BD72-57B6D115C2F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71716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694B4B66-3D8B-4D67-B68A-5EE98A61C30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714597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21CE3395-ADDA-44B4-B550-87AF22E18F3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257478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D6A7375E-9A29-4790-AA05-FC4DCC1AE72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800359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2E67518D-21C7-4CDB-9A75-248EEAB4350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2343240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413A36F7-9692-46D1-AA17-3036EBF7572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2886121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>
              <a:extLst>
                <a:ext uri="{FF2B5EF4-FFF2-40B4-BE49-F238E27FC236}">
                  <a16:creationId xmlns:a16="http://schemas.microsoft.com/office/drawing/2014/main" id="{904FE3BA-02A8-46F8-8C46-213885DB491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3429002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Connector 34">
              <a:extLst>
                <a:ext uri="{FF2B5EF4-FFF2-40B4-BE49-F238E27FC236}">
                  <a16:creationId xmlns:a16="http://schemas.microsoft.com/office/drawing/2014/main" id="{7C8B1E1C-C236-410A-A75B-B5FED48E265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3971883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Connector 35">
              <a:extLst>
                <a:ext uri="{FF2B5EF4-FFF2-40B4-BE49-F238E27FC236}">
                  <a16:creationId xmlns:a16="http://schemas.microsoft.com/office/drawing/2014/main" id="{DFD8A655-CFAF-496E-82F7-4677B2100C3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4514764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Straight Connector 36">
              <a:extLst>
                <a:ext uri="{FF2B5EF4-FFF2-40B4-BE49-F238E27FC236}">
                  <a16:creationId xmlns:a16="http://schemas.microsoft.com/office/drawing/2014/main" id="{EB52CEB0-DF45-45EF-B19A-A15C1A17E11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5057645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Straight Connector 37">
              <a:extLst>
                <a:ext uri="{FF2B5EF4-FFF2-40B4-BE49-F238E27FC236}">
                  <a16:creationId xmlns:a16="http://schemas.microsoft.com/office/drawing/2014/main" id="{7D16414C-77DA-4C7E-8E62-862EAA940E8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5600526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Connector 38">
              <a:extLst>
                <a:ext uri="{FF2B5EF4-FFF2-40B4-BE49-F238E27FC236}">
                  <a16:creationId xmlns:a16="http://schemas.microsoft.com/office/drawing/2014/main" id="{AC5789C5-251A-445C-8D17-18D36F8B518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6857999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Straight Connector 39">
              <a:extLst>
                <a:ext uri="{FF2B5EF4-FFF2-40B4-BE49-F238E27FC236}">
                  <a16:creationId xmlns:a16="http://schemas.microsoft.com/office/drawing/2014/main" id="{9BA0ACD3-25B4-4C98-B833-09426BA9CCE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6613" y="6143407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Straight Connector 40">
              <a:extLst>
                <a:ext uri="{FF2B5EF4-FFF2-40B4-BE49-F238E27FC236}">
                  <a16:creationId xmlns:a16="http://schemas.microsoft.com/office/drawing/2014/main" id="{0C2EAAE7-E646-4A26-BA0E-A130ECE6A4E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684225" y="171716"/>
              <a:ext cx="0" cy="6511464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Straight Connector 41">
              <a:extLst>
                <a:ext uri="{FF2B5EF4-FFF2-40B4-BE49-F238E27FC236}">
                  <a16:creationId xmlns:a16="http://schemas.microsoft.com/office/drawing/2014/main" id="{8F4E911F-A532-42C7-B083-1E5BA8D71AF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508412" y="173267"/>
              <a:ext cx="0" cy="6511464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4" name="Right Triangle 43">
            <a:extLst>
              <a:ext uri="{FF2B5EF4-FFF2-40B4-BE49-F238E27FC236}">
                <a16:creationId xmlns:a16="http://schemas.microsoft.com/office/drawing/2014/main" id="{1DEA6A44-CD60-4DFD-802B-A4F4BFCB71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>
            <a:off x="5820162" y="-288353"/>
            <a:ext cx="568289" cy="568289"/>
          </a:xfrm>
          <a:prstGeom prst="rtTriangle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" name="כותרת 1">
            <a:extLst>
              <a:ext uri="{FF2B5EF4-FFF2-40B4-BE49-F238E27FC236}">
                <a16:creationId xmlns:a16="http://schemas.microsoft.com/office/drawing/2014/main" id="{7D12CBFD-84D6-851B-EC04-BE3E65CDD5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1078" y="725951"/>
            <a:ext cx="10794505" cy="2157066"/>
          </a:xfrm>
        </p:spPr>
        <p:txBody>
          <a:bodyPr>
            <a:normAutofit/>
          </a:bodyPr>
          <a:lstStyle/>
          <a:p>
            <a:pPr algn="ctr"/>
            <a:r>
              <a:rPr lang="en-US"/>
              <a:t>Problem Definition</a:t>
            </a:r>
            <a:endParaRPr lang="he-IL"/>
          </a:p>
        </p:txBody>
      </p:sp>
      <p:graphicFrame>
        <p:nvGraphicFramePr>
          <p:cNvPr id="6" name="מציין מיקום תוכן 2">
            <a:extLst>
              <a:ext uri="{FF2B5EF4-FFF2-40B4-BE49-F238E27FC236}">
                <a16:creationId xmlns:a16="http://schemas.microsoft.com/office/drawing/2014/main" id="{717660F1-6B85-A365-EB43-22185488B15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505924301"/>
              </p:ext>
            </p:extLst>
          </p:nvPr>
        </p:nvGraphicFramePr>
        <p:xfrm>
          <a:off x="690562" y="2784569"/>
          <a:ext cx="10840679" cy="335573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7" name="מציין מיקום של מספר שקופית 3">
            <a:extLst>
              <a:ext uri="{FF2B5EF4-FFF2-40B4-BE49-F238E27FC236}">
                <a16:creationId xmlns:a16="http://schemas.microsoft.com/office/drawing/2014/main" id="{FC7E2C1C-778A-A279-D0D7-C46D91E2D8C2}"/>
              </a:ext>
            </a:extLst>
          </p:cNvPr>
          <p:cNvSpPr txBox="1">
            <a:spLocks/>
          </p:cNvSpPr>
          <p:nvPr/>
        </p:nvSpPr>
        <p:spPr>
          <a:xfrm>
            <a:off x="5600210" y="6233080"/>
            <a:ext cx="979151" cy="417126"/>
          </a:xfrm>
          <a:prstGeom prst="rect">
            <a:avLst/>
          </a:prstGeom>
        </p:spPr>
        <p:txBody>
          <a:bodyPr>
            <a:norm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spcAft>
                <a:spcPts val="600"/>
              </a:spcAft>
            </a:pPr>
            <a:fld id="{BE15108C-154A-4A5A-9C05-91A49A422BA7}" type="slidenum">
              <a:rPr lang="en-US" sz="1400" b="1" smtClean="0">
                <a:solidFill>
                  <a:schemeClr val="tx1">
                    <a:tint val="75000"/>
                  </a:schemeClr>
                </a:solidFill>
              </a:rPr>
              <a:pPr algn="ctr">
                <a:spcAft>
                  <a:spcPts val="600"/>
                </a:spcAft>
              </a:pPr>
              <a:t>3</a:t>
            </a:fld>
            <a:endParaRPr lang="en-US" sz="1400" b="1">
              <a:solidFill>
                <a:schemeClr val="tx1">
                  <a:tint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4349853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599A3ED9-5CB4-E6DD-51A2-93DA5E2FD0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Existing Solutions &amp; Limitations</a:t>
            </a:r>
            <a:endParaRPr lang="he-IL"/>
          </a:p>
        </p:txBody>
      </p:sp>
      <p:graphicFrame>
        <p:nvGraphicFramePr>
          <p:cNvPr id="5" name="מציין מיקום תוכן 2">
            <a:extLst>
              <a:ext uri="{FF2B5EF4-FFF2-40B4-BE49-F238E27FC236}">
                <a16:creationId xmlns:a16="http://schemas.microsoft.com/office/drawing/2014/main" id="{694A7D43-9045-22FA-721C-25A044C477E0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691079" y="2340131"/>
          <a:ext cx="10325000" cy="356443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2151462599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>
        <p159:morph option="byObject"/>
      </p:transition>
    </mc:Choice>
    <mc:Fallback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6" name="Rectangle 48">
            <a:extLst>
              <a:ext uri="{FF2B5EF4-FFF2-40B4-BE49-F238E27FC236}">
                <a16:creationId xmlns:a16="http://schemas.microsoft.com/office/drawing/2014/main" id="{F14D45BF-E397-40C0-AFE3-A4149E60E15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208613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grpSp>
        <p:nvGrpSpPr>
          <p:cNvPr id="87" name="Group 50">
            <a:extLst>
              <a:ext uri="{FF2B5EF4-FFF2-40B4-BE49-F238E27FC236}">
                <a16:creationId xmlns:a16="http://schemas.microsoft.com/office/drawing/2014/main" id="{35F4CD44-7930-4EB8-9A74-8D2F9E63693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6214" y="-1"/>
            <a:ext cx="12214827" cy="6858000"/>
            <a:chOff x="-6214" y="-1"/>
            <a:chExt cx="12214827" cy="6858000"/>
          </a:xfrm>
        </p:grpSpPr>
        <p:cxnSp>
          <p:nvCxnSpPr>
            <p:cNvPr id="52" name="Straight Connector 51">
              <a:extLst>
                <a:ext uri="{FF2B5EF4-FFF2-40B4-BE49-F238E27FC236}">
                  <a16:creationId xmlns:a16="http://schemas.microsoft.com/office/drawing/2014/main" id="{6F1268F0-44F7-4AC9-A3E6-9527C22F302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-6214" y="6686283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" name="Straight Connector 52">
              <a:extLst>
                <a:ext uri="{FF2B5EF4-FFF2-40B4-BE49-F238E27FC236}">
                  <a16:creationId xmlns:a16="http://schemas.microsoft.com/office/drawing/2014/main" id="{4880B23C-29A4-4D11-8671-EE46FECE7CD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" name="Straight Connector 53">
              <a:extLst>
                <a:ext uri="{FF2B5EF4-FFF2-40B4-BE49-F238E27FC236}">
                  <a16:creationId xmlns:a16="http://schemas.microsoft.com/office/drawing/2014/main" id="{0C2CF28E-44F6-4983-9729-A705B8709B9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99325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" name="Straight Connector 54">
              <a:extLst>
                <a:ext uri="{FF2B5EF4-FFF2-40B4-BE49-F238E27FC236}">
                  <a16:creationId xmlns:a16="http://schemas.microsoft.com/office/drawing/2014/main" id="{1B11666B-80E2-4F7D-9613-17A65CBC170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9252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" name="Straight Connector 55">
              <a:extLst>
                <a:ext uri="{FF2B5EF4-FFF2-40B4-BE49-F238E27FC236}">
                  <a16:creationId xmlns:a16="http://schemas.microsoft.com/office/drawing/2014/main" id="{CABFAC7C-C1E8-4988-864D-3B05D300672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7592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" name="Straight Connector 56">
              <a:extLst>
                <a:ext uri="{FF2B5EF4-FFF2-40B4-BE49-F238E27FC236}">
                  <a16:creationId xmlns:a16="http://schemas.microsoft.com/office/drawing/2014/main" id="{42EE5A4C-9245-46EB-B145-8FDFBE6E1A4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215931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" name="Straight Connector 57">
              <a:extLst>
                <a:ext uri="{FF2B5EF4-FFF2-40B4-BE49-F238E27FC236}">
                  <a16:creationId xmlns:a16="http://schemas.microsoft.com/office/drawing/2014/main" id="{7BFEDEDB-B657-4E62-9962-28BF5412205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314271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" name="Straight Connector 58">
              <a:extLst>
                <a:ext uri="{FF2B5EF4-FFF2-40B4-BE49-F238E27FC236}">
                  <a16:creationId xmlns:a16="http://schemas.microsoft.com/office/drawing/2014/main" id="{965EFAA5-5243-4FE8-819B-80D4995BB70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4126104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" name="Straight Connector 59">
              <a:extLst>
                <a:ext uri="{FF2B5EF4-FFF2-40B4-BE49-F238E27FC236}">
                  <a16:creationId xmlns:a16="http://schemas.microsoft.com/office/drawing/2014/main" id="{CF92E633-809E-4E07-965A-F2F9EDCF7F1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510949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" name="Straight Connector 60">
              <a:extLst>
                <a:ext uri="{FF2B5EF4-FFF2-40B4-BE49-F238E27FC236}">
                  <a16:creationId xmlns:a16="http://schemas.microsoft.com/office/drawing/2014/main" id="{90DE1690-3F94-4C79-9357-6653BEEF12E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609289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" name="Straight Connector 61">
              <a:extLst>
                <a:ext uri="{FF2B5EF4-FFF2-40B4-BE49-F238E27FC236}">
                  <a16:creationId xmlns:a16="http://schemas.microsoft.com/office/drawing/2014/main" id="{F529D5DF-1A9E-4690-B016-03FB1E72DC4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7628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" name="Straight Connector 62">
              <a:extLst>
                <a:ext uri="{FF2B5EF4-FFF2-40B4-BE49-F238E27FC236}">
                  <a16:creationId xmlns:a16="http://schemas.microsoft.com/office/drawing/2014/main" id="{E6F8E2D2-E88C-4F73-A660-D2B76298CCA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805968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" name="Straight Connector 63">
              <a:extLst>
                <a:ext uri="{FF2B5EF4-FFF2-40B4-BE49-F238E27FC236}">
                  <a16:creationId xmlns:a16="http://schemas.microsoft.com/office/drawing/2014/main" id="{137BF3BB-FE7A-410E-AA57-73485A77570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9043074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" name="Straight Connector 64">
              <a:extLst>
                <a:ext uri="{FF2B5EF4-FFF2-40B4-BE49-F238E27FC236}">
                  <a16:creationId xmlns:a16="http://schemas.microsoft.com/office/drawing/2014/main" id="{20EC5EB5-F6E1-441C-AB44-799A5DF1B71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002646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" name="Straight Connector 65">
              <a:extLst>
                <a:ext uri="{FF2B5EF4-FFF2-40B4-BE49-F238E27FC236}">
                  <a16:creationId xmlns:a16="http://schemas.microsoft.com/office/drawing/2014/main" id="{FD6F199F-9E76-4C7E-9DF6-20EE550DFE3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00986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" name="Straight Connector 66">
              <a:extLst>
                <a:ext uri="{FF2B5EF4-FFF2-40B4-BE49-F238E27FC236}">
                  <a16:creationId xmlns:a16="http://schemas.microsoft.com/office/drawing/2014/main" id="{691704E7-976B-4FE0-9381-8EB7818E708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218578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" name="Straight Connector 67">
              <a:extLst>
                <a:ext uri="{FF2B5EF4-FFF2-40B4-BE49-F238E27FC236}">
                  <a16:creationId xmlns:a16="http://schemas.microsoft.com/office/drawing/2014/main" id="{E75603A9-61D4-4172-AF77-7A7CE408A7A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71716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" name="Straight Connector 68">
              <a:extLst>
                <a:ext uri="{FF2B5EF4-FFF2-40B4-BE49-F238E27FC236}">
                  <a16:creationId xmlns:a16="http://schemas.microsoft.com/office/drawing/2014/main" id="{573C1AA7-2357-41A1-A057-FA2D44DADAE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714597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" name="Straight Connector 69">
              <a:extLst>
                <a:ext uri="{FF2B5EF4-FFF2-40B4-BE49-F238E27FC236}">
                  <a16:creationId xmlns:a16="http://schemas.microsoft.com/office/drawing/2014/main" id="{70024205-8F58-4C8D-BE50-35E40091BCA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257478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1" name="Straight Connector 70">
              <a:extLst>
                <a:ext uri="{FF2B5EF4-FFF2-40B4-BE49-F238E27FC236}">
                  <a16:creationId xmlns:a16="http://schemas.microsoft.com/office/drawing/2014/main" id="{1737BEEA-3398-4C1B-AB48-E7173325C06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800359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2" name="Straight Connector 71">
              <a:extLst>
                <a:ext uri="{FF2B5EF4-FFF2-40B4-BE49-F238E27FC236}">
                  <a16:creationId xmlns:a16="http://schemas.microsoft.com/office/drawing/2014/main" id="{E5EE29AB-4E85-418B-A6D3-3E7B401855D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2343240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3" name="Straight Connector 72">
              <a:extLst>
                <a:ext uri="{FF2B5EF4-FFF2-40B4-BE49-F238E27FC236}">
                  <a16:creationId xmlns:a16="http://schemas.microsoft.com/office/drawing/2014/main" id="{0ADE2BEB-6A23-4DFC-9A4E-E44F3CA9FFC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2886121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4" name="Straight Connector 73">
              <a:extLst>
                <a:ext uri="{FF2B5EF4-FFF2-40B4-BE49-F238E27FC236}">
                  <a16:creationId xmlns:a16="http://schemas.microsoft.com/office/drawing/2014/main" id="{6ECE8D73-51C6-4818-8BD9-9202BBA0836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3429002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5" name="Straight Connector 74">
              <a:extLst>
                <a:ext uri="{FF2B5EF4-FFF2-40B4-BE49-F238E27FC236}">
                  <a16:creationId xmlns:a16="http://schemas.microsoft.com/office/drawing/2014/main" id="{2EA7AA7F-CD9D-4820-B463-7B9CFEC8ECA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3971883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6" name="Straight Connector 75">
              <a:extLst>
                <a:ext uri="{FF2B5EF4-FFF2-40B4-BE49-F238E27FC236}">
                  <a16:creationId xmlns:a16="http://schemas.microsoft.com/office/drawing/2014/main" id="{91618CA6-513B-458C-89C1-1FE15F1F431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4514764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7" name="Straight Connector 76">
              <a:extLst>
                <a:ext uri="{FF2B5EF4-FFF2-40B4-BE49-F238E27FC236}">
                  <a16:creationId xmlns:a16="http://schemas.microsoft.com/office/drawing/2014/main" id="{C5BACA43-902B-4444-95CB-5165D5483F6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5057645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8" name="Straight Connector 77">
              <a:extLst>
                <a:ext uri="{FF2B5EF4-FFF2-40B4-BE49-F238E27FC236}">
                  <a16:creationId xmlns:a16="http://schemas.microsoft.com/office/drawing/2014/main" id="{78A07376-1103-43DD-A6D6-D7BAF6F0052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5600526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9" name="Straight Connector 78">
              <a:extLst>
                <a:ext uri="{FF2B5EF4-FFF2-40B4-BE49-F238E27FC236}">
                  <a16:creationId xmlns:a16="http://schemas.microsoft.com/office/drawing/2014/main" id="{8FCEA8A1-BC0E-4221-B9E5-3D3C7BA2614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6857999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0" name="Straight Connector 79">
              <a:extLst>
                <a:ext uri="{FF2B5EF4-FFF2-40B4-BE49-F238E27FC236}">
                  <a16:creationId xmlns:a16="http://schemas.microsoft.com/office/drawing/2014/main" id="{955D27E5-DFE1-4EE8-B982-0A392235981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6613" y="6143407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1" name="Straight Connector 80">
              <a:extLst>
                <a:ext uri="{FF2B5EF4-FFF2-40B4-BE49-F238E27FC236}">
                  <a16:creationId xmlns:a16="http://schemas.microsoft.com/office/drawing/2014/main" id="{7FD07B27-85E5-4F3B-B432-CDBDC0F6E63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684225" y="171716"/>
              <a:ext cx="0" cy="6511464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2" name="Straight Connector 81">
              <a:extLst>
                <a:ext uri="{FF2B5EF4-FFF2-40B4-BE49-F238E27FC236}">
                  <a16:creationId xmlns:a16="http://schemas.microsoft.com/office/drawing/2014/main" id="{4B78179E-DE7D-4A30-9BDC-05D7AE21762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508412" y="173267"/>
              <a:ext cx="0" cy="6511464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88" name="Right Triangle 83">
            <a:extLst>
              <a:ext uri="{FF2B5EF4-FFF2-40B4-BE49-F238E27FC236}">
                <a16:creationId xmlns:a16="http://schemas.microsoft.com/office/drawing/2014/main" id="{07E3C0EF-2D2A-42BA-B4E2-76E2B1FC52F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3500000">
            <a:off x="-284143" y="3153945"/>
            <a:ext cx="568289" cy="568289"/>
          </a:xfrm>
          <a:prstGeom prst="rtTriangle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" name="כותרת 1">
            <a:extLst>
              <a:ext uri="{FF2B5EF4-FFF2-40B4-BE49-F238E27FC236}">
                <a16:creationId xmlns:a16="http://schemas.microsoft.com/office/drawing/2014/main" id="{75E2D784-32CF-57E9-8C44-35A853AE1F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1079" y="725950"/>
            <a:ext cx="3428812" cy="5436630"/>
          </a:xfrm>
        </p:spPr>
        <p:txBody>
          <a:bodyPr anchor="ctr">
            <a:normAutofit/>
          </a:bodyPr>
          <a:lstStyle/>
          <a:p>
            <a:r>
              <a:rPr lang="en-US"/>
              <a:t>Project Goals</a:t>
            </a:r>
            <a:endParaRPr lang="he-IL"/>
          </a:p>
        </p:txBody>
      </p:sp>
      <p:graphicFrame>
        <p:nvGraphicFramePr>
          <p:cNvPr id="5" name="מציין מיקום תוכן 2">
            <a:extLst>
              <a:ext uri="{FF2B5EF4-FFF2-40B4-BE49-F238E27FC236}">
                <a16:creationId xmlns:a16="http://schemas.microsoft.com/office/drawing/2014/main" id="{F193A588-DFDB-AB96-66AB-F8AB718EAEB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17896032"/>
              </p:ext>
            </p:extLst>
          </p:nvPr>
        </p:nvGraphicFramePr>
        <p:xfrm>
          <a:off x="5103282" y="170170"/>
          <a:ext cx="6879517" cy="597323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6" name="מציין מיקום של מספר שקופית 3">
            <a:extLst>
              <a:ext uri="{FF2B5EF4-FFF2-40B4-BE49-F238E27FC236}">
                <a16:creationId xmlns:a16="http://schemas.microsoft.com/office/drawing/2014/main" id="{AEC0DF07-EC38-229F-C2AF-318A8AC3AD03}"/>
              </a:ext>
            </a:extLst>
          </p:cNvPr>
          <p:cNvSpPr txBox="1">
            <a:spLocks/>
          </p:cNvSpPr>
          <p:nvPr/>
        </p:nvSpPr>
        <p:spPr>
          <a:xfrm>
            <a:off x="5600210" y="6233080"/>
            <a:ext cx="979151" cy="417126"/>
          </a:xfrm>
          <a:prstGeom prst="rect">
            <a:avLst/>
          </a:prstGeom>
        </p:spPr>
        <p:txBody>
          <a:bodyPr>
            <a:norm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spcAft>
                <a:spcPts val="600"/>
              </a:spcAft>
            </a:pPr>
            <a:fld id="{BE15108C-154A-4A5A-9C05-91A49A422BA7}" type="slidenum">
              <a:rPr lang="en-US" sz="1400" b="1" smtClean="0">
                <a:solidFill>
                  <a:schemeClr val="tx1">
                    <a:tint val="75000"/>
                  </a:schemeClr>
                </a:solidFill>
              </a:rPr>
              <a:pPr algn="ctr">
                <a:spcAft>
                  <a:spcPts val="600"/>
                </a:spcAft>
              </a:pPr>
              <a:t>5</a:t>
            </a:fld>
            <a:endParaRPr lang="en-US" sz="1400" b="1">
              <a:solidFill>
                <a:schemeClr val="tx1">
                  <a:tint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4279398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8D4F6F23-6F71-9B3A-998C-0742F5D88B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Communication with the Client</a:t>
            </a:r>
            <a:endParaRPr lang="he-IL"/>
          </a:p>
        </p:txBody>
      </p:sp>
      <p:graphicFrame>
        <p:nvGraphicFramePr>
          <p:cNvPr id="5" name="מציין מיקום תוכן 2">
            <a:extLst>
              <a:ext uri="{FF2B5EF4-FFF2-40B4-BE49-F238E27FC236}">
                <a16:creationId xmlns:a16="http://schemas.microsoft.com/office/drawing/2014/main" id="{B801EF31-C3B9-EED2-16CF-AFB4A490F667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691079" y="2340131"/>
          <a:ext cx="10325000" cy="356443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80848899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9CC50F-35FE-D68A-2EBE-CADCFB5166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FE791ED1-0386-A5CD-6988-A6E8CFBEFB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1079" y="383051"/>
            <a:ext cx="10325000" cy="780731"/>
          </a:xfrm>
        </p:spPr>
        <p:txBody>
          <a:bodyPr/>
          <a:lstStyle/>
          <a:p>
            <a:r>
              <a:rPr lang="en-US"/>
              <a:t>Proposed Solution Overview</a:t>
            </a:r>
            <a:endParaRPr lang="he-IL"/>
          </a:p>
        </p:txBody>
      </p:sp>
      <p:pic>
        <p:nvPicPr>
          <p:cNvPr id="6" name="תמונה 5" descr="תמונה שמכילה טקסט, צילום מסך, גופן, עיצוב&#10;&#10;תוכן בינה מלאכותית גנרטיבית עשוי להיות שגוי.">
            <a:extLst>
              <a:ext uri="{FF2B5EF4-FFF2-40B4-BE49-F238E27FC236}">
                <a16:creationId xmlns:a16="http://schemas.microsoft.com/office/drawing/2014/main" id="{D62AF3EA-DDC5-8DD1-FB10-15C399865DA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5993" y="2341562"/>
            <a:ext cx="10800014" cy="33175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4885157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E35CE9C5-E3A0-9F2A-45B9-8FE4B334F7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The algorithm - CSP</a:t>
            </a:r>
            <a:endParaRPr lang="he-IL"/>
          </a:p>
        </p:txBody>
      </p:sp>
      <p:sp>
        <p:nvSpPr>
          <p:cNvPr id="3" name="מציין מיקום תוכן 2">
            <a:extLst>
              <a:ext uri="{FF2B5EF4-FFF2-40B4-BE49-F238E27FC236}">
                <a16:creationId xmlns:a16="http://schemas.microsoft.com/office/drawing/2014/main" id="{CD25EB94-48D4-BE3C-C757-666ADDC5EBC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Variables – lessons</a:t>
            </a:r>
          </a:p>
          <a:p>
            <a:r>
              <a:rPr lang="en-US"/>
              <a:t>Domains – time slots &amp; rooms</a:t>
            </a:r>
          </a:p>
          <a:p>
            <a:r>
              <a:rPr lang="en-US"/>
              <a:t>Constraints – conflicts, availability</a:t>
            </a:r>
          </a:p>
          <a:p>
            <a:r>
              <a:rPr lang="en-US"/>
              <a:t>Cost function - preferences </a:t>
            </a:r>
            <a:endParaRPr lang="he-IL"/>
          </a:p>
        </p:txBody>
      </p:sp>
      <p:pic>
        <p:nvPicPr>
          <p:cNvPr id="8" name="תמונה 7">
            <a:extLst>
              <a:ext uri="{FF2B5EF4-FFF2-40B4-BE49-F238E27FC236}">
                <a16:creationId xmlns:a16="http://schemas.microsoft.com/office/drawing/2014/main" id="{04034CEB-6254-375A-2637-1A9DA99DC84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12661" y="1877291"/>
            <a:ext cx="3103418" cy="31034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3108483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C4E11138-3459-DF62-2A4D-0A72A12CC6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Heuristics</a:t>
            </a:r>
            <a:endParaRPr lang="he-IL"/>
          </a:p>
        </p:txBody>
      </p:sp>
      <p:sp>
        <p:nvSpPr>
          <p:cNvPr id="3" name="מציין מיקום תוכן 2">
            <a:extLst>
              <a:ext uri="{FF2B5EF4-FFF2-40B4-BE49-F238E27FC236}">
                <a16:creationId xmlns:a16="http://schemas.microsoft.com/office/drawing/2014/main" id="{7080C358-295C-028A-002D-D71B27A42B1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fontAlgn="base">
              <a:spcAft>
                <a:spcPct val="0"/>
              </a:spcAft>
            </a:pPr>
            <a:r>
              <a:rPr lang="en-US"/>
              <a:t>Forward Checking</a:t>
            </a:r>
          </a:p>
          <a:p>
            <a:pPr fontAlgn="base">
              <a:spcAft>
                <a:spcPct val="0"/>
              </a:spcAft>
            </a:pPr>
            <a:r>
              <a:rPr lang="en-US"/>
              <a:t>Value Ordering:</a:t>
            </a:r>
          </a:p>
          <a:p>
            <a:pPr lvl="1" fontAlgn="base">
              <a:spcAft>
                <a:spcPct val="0"/>
              </a:spcAft>
              <a:buFont typeface="Courier New" panose="02070309020205020404" pitchFamily="49" charset="0"/>
              <a:buChar char="o"/>
            </a:pPr>
            <a:r>
              <a:rPr lang="en-US" sz="2000"/>
              <a:t>Variable Ordering Heuristic</a:t>
            </a:r>
          </a:p>
          <a:p>
            <a:pPr lvl="1" fontAlgn="base">
              <a:spcAft>
                <a:spcPct val="0"/>
              </a:spcAft>
              <a:buFont typeface="Courier New" panose="02070309020205020404" pitchFamily="49" charset="0"/>
              <a:buChar char="o"/>
            </a:pPr>
            <a:r>
              <a:rPr lang="en-US" sz="2000"/>
              <a:t>MRV – Minimum Remaining Values</a:t>
            </a:r>
          </a:p>
          <a:p>
            <a:pPr lvl="1" fontAlgn="base">
              <a:spcAft>
                <a:spcPct val="0"/>
              </a:spcAft>
              <a:buFont typeface="Courier New" panose="02070309020205020404" pitchFamily="49" charset="0"/>
              <a:buChar char="o"/>
            </a:pPr>
            <a:r>
              <a:rPr lang="en-US" sz="2000"/>
              <a:t>Weighted Value Ordering (Cost-Based Value Choice)</a:t>
            </a: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endParaRPr lang="en-US"/>
          </a:p>
        </p:txBody>
      </p:sp>
      <p:pic>
        <p:nvPicPr>
          <p:cNvPr id="5" name="תמונה 4">
            <a:extLst>
              <a:ext uri="{FF2B5EF4-FFF2-40B4-BE49-F238E27FC236}">
                <a16:creationId xmlns:a16="http://schemas.microsoft.com/office/drawing/2014/main" id="{041AB939-C8D6-0BAD-9597-94FCFDBF9D1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03497" y="1880288"/>
            <a:ext cx="3097424" cy="30974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4079505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3D3E88E3-ED28-E748-A81A-BDC2464145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System Architecture</a:t>
            </a:r>
            <a:endParaRPr lang="he-IL"/>
          </a:p>
        </p:txBody>
      </p:sp>
      <p:pic>
        <p:nvPicPr>
          <p:cNvPr id="6" name="מציין מיקום תוכן 5" descr="תמונה שמכילה צילום מסך, שחור, תרשים&#10;&#10;תוכן בינה מלאכותית גנרטיבית עשוי להיות שגוי.">
            <a:extLst>
              <a:ext uri="{FF2B5EF4-FFF2-40B4-BE49-F238E27FC236}">
                <a16:creationId xmlns:a16="http://schemas.microsoft.com/office/drawing/2014/main" id="{2DA65DBA-1DDD-53DD-9071-6BF39D35217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2004" y="2425268"/>
            <a:ext cx="11287991" cy="2497813"/>
          </a:xfrm>
        </p:spPr>
      </p:pic>
      <p:pic>
        <p:nvPicPr>
          <p:cNvPr id="8" name="תמונה 7" descr="תמונה שמכילה גרפיקה, צילום מסך, לוגו&#10;&#10;תוכן בינה מלאכותית גנרטיבית עשוי להיות שגוי.">
            <a:extLst>
              <a:ext uri="{FF2B5EF4-FFF2-40B4-BE49-F238E27FC236}">
                <a16:creationId xmlns:a16="http://schemas.microsoft.com/office/drawing/2014/main" id="{8CF69465-7A33-4785-C505-7277E5B6DFB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85" t="23833" r="-1" b="27769"/>
          <a:stretch>
            <a:fillRect/>
          </a:stretch>
        </p:blipFill>
        <p:spPr>
          <a:xfrm>
            <a:off x="5285964" y="2824223"/>
            <a:ext cx="1295123" cy="359032"/>
          </a:xfrm>
          <a:prstGeom prst="rect">
            <a:avLst/>
          </a:prstGeom>
        </p:spPr>
      </p:pic>
      <p:pic>
        <p:nvPicPr>
          <p:cNvPr id="10" name="תמונה 9" descr="תמונה שמכילה גרפיקה, גופן, טקסט, פוסטר&#10;&#10;תוכן בינה מלאכותית גנרטיבית עשוי להיות שגוי.">
            <a:extLst>
              <a:ext uri="{FF2B5EF4-FFF2-40B4-BE49-F238E27FC236}">
                <a16:creationId xmlns:a16="http://schemas.microsoft.com/office/drawing/2014/main" id="{445641A1-E84F-B710-5A1C-BE814546D1EB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11808" y="4176703"/>
            <a:ext cx="384191" cy="648970"/>
          </a:xfrm>
          <a:prstGeom prst="rect">
            <a:avLst/>
          </a:prstGeom>
        </p:spPr>
      </p:pic>
      <p:pic>
        <p:nvPicPr>
          <p:cNvPr id="12" name="תמונה 11" descr="תמונה שמכילה גרפיקה, עיגול, אומנות, סמל&#10;&#10;תוכן בינה מלאכותית גנרטיבית עשוי להיות שגוי.">
            <a:extLst>
              <a:ext uri="{FF2B5EF4-FFF2-40B4-BE49-F238E27FC236}">
                <a16:creationId xmlns:a16="http://schemas.microsoft.com/office/drawing/2014/main" id="{2E07FB8D-6414-1B59-5FD9-D1F0706FAEB6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69027" y="4219729"/>
            <a:ext cx="648970" cy="6489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1198004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6" name="Rectangle 8">
            <a:extLst>
              <a:ext uri="{FF2B5EF4-FFF2-40B4-BE49-F238E27FC236}">
                <a16:creationId xmlns:a16="http://schemas.microsoft.com/office/drawing/2014/main" id="{9663BDD8-36FC-48B0-8862-3B51BE4F77D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208613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grpSp>
        <p:nvGrpSpPr>
          <p:cNvPr id="47" name="Group 10">
            <a:extLst>
              <a:ext uri="{FF2B5EF4-FFF2-40B4-BE49-F238E27FC236}">
                <a16:creationId xmlns:a16="http://schemas.microsoft.com/office/drawing/2014/main" id="{B27757FA-E22B-4C03-A927-1E4B4A5855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6214" y="-1"/>
            <a:ext cx="12214827" cy="6858000"/>
            <a:chOff x="-6214" y="-1"/>
            <a:chExt cx="12214827" cy="6858000"/>
          </a:xfrm>
        </p:grpSpPr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9FA329A2-1D2A-4A62-A6AF-93B37310C41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-6214" y="6686283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EAAB6EEA-4329-4352-9BA3-1746A7111E9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7DF1164F-7F9A-40C5-868D-082B3E0F117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99325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ADB572B4-ACB4-4026-BE9F-D3523A2C1C3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9252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F77DB227-A8B6-43DC-970A-925EED2E0F0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7592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3B6B9264-5A30-46E0-A2C1-636FB3D1B16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215931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B879B4D0-16B0-456E-8951-4042C78B2A2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314271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143D00E3-B79B-41D6-9E66-07EC7E6C25F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4126104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BDD97DA3-F9CF-4985-A2BA-27DDD396C7A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510949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20472B34-25FF-41FB-BF22-42D29C83F61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609289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3C6268AA-8DD1-4959-8136-0ECAAFD2714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7628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1F744375-C310-46F7-AC26-C5A4BD827F5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805968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86C08DB1-CFE5-4A9A-BCB2-C82F79C61A9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9043074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4F10D3C0-7CBD-42BF-BC76-68A25F97309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002646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F6DF561D-125D-4BA4-BEA8-D540A3EF8FB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00986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696CE140-59C9-47C1-9BFD-E716943C476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218578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7D2421D5-FB16-43BB-BD72-57B6D115C2F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71716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694B4B66-3D8B-4D67-B68A-5EE98A61C30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714597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21CE3395-ADDA-44B4-B550-87AF22E18F3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257478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D6A7375E-9A29-4790-AA05-FC4DCC1AE72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800359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2E67518D-21C7-4CDB-9A75-248EEAB4350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2343240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413A36F7-9692-46D1-AA17-3036EBF7572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2886121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>
              <a:extLst>
                <a:ext uri="{FF2B5EF4-FFF2-40B4-BE49-F238E27FC236}">
                  <a16:creationId xmlns:a16="http://schemas.microsoft.com/office/drawing/2014/main" id="{904FE3BA-02A8-46F8-8C46-213885DB491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3429002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Connector 34">
              <a:extLst>
                <a:ext uri="{FF2B5EF4-FFF2-40B4-BE49-F238E27FC236}">
                  <a16:creationId xmlns:a16="http://schemas.microsoft.com/office/drawing/2014/main" id="{7C8B1E1C-C236-410A-A75B-B5FED48E265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3971883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Connector 35">
              <a:extLst>
                <a:ext uri="{FF2B5EF4-FFF2-40B4-BE49-F238E27FC236}">
                  <a16:creationId xmlns:a16="http://schemas.microsoft.com/office/drawing/2014/main" id="{DFD8A655-CFAF-496E-82F7-4677B2100C3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4514764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Straight Connector 36">
              <a:extLst>
                <a:ext uri="{FF2B5EF4-FFF2-40B4-BE49-F238E27FC236}">
                  <a16:creationId xmlns:a16="http://schemas.microsoft.com/office/drawing/2014/main" id="{EB52CEB0-DF45-45EF-B19A-A15C1A17E11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5057645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Straight Connector 37">
              <a:extLst>
                <a:ext uri="{FF2B5EF4-FFF2-40B4-BE49-F238E27FC236}">
                  <a16:creationId xmlns:a16="http://schemas.microsoft.com/office/drawing/2014/main" id="{7D16414C-77DA-4C7E-8E62-862EAA940E8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5600526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Connector 38">
              <a:extLst>
                <a:ext uri="{FF2B5EF4-FFF2-40B4-BE49-F238E27FC236}">
                  <a16:creationId xmlns:a16="http://schemas.microsoft.com/office/drawing/2014/main" id="{AC5789C5-251A-445C-8D17-18D36F8B518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6857999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Straight Connector 39">
              <a:extLst>
                <a:ext uri="{FF2B5EF4-FFF2-40B4-BE49-F238E27FC236}">
                  <a16:creationId xmlns:a16="http://schemas.microsoft.com/office/drawing/2014/main" id="{9BA0ACD3-25B4-4C98-B833-09426BA9CCE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6613" y="6143407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Straight Connector 40">
              <a:extLst>
                <a:ext uri="{FF2B5EF4-FFF2-40B4-BE49-F238E27FC236}">
                  <a16:creationId xmlns:a16="http://schemas.microsoft.com/office/drawing/2014/main" id="{0C2EAAE7-E646-4A26-BA0E-A130ECE6A4E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684225" y="171716"/>
              <a:ext cx="0" cy="6511464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Straight Connector 41">
              <a:extLst>
                <a:ext uri="{FF2B5EF4-FFF2-40B4-BE49-F238E27FC236}">
                  <a16:creationId xmlns:a16="http://schemas.microsoft.com/office/drawing/2014/main" id="{8F4E911F-A532-42C7-B083-1E5BA8D71AF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508412" y="173267"/>
              <a:ext cx="0" cy="6511464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8" name="Right Triangle 43">
            <a:extLst>
              <a:ext uri="{FF2B5EF4-FFF2-40B4-BE49-F238E27FC236}">
                <a16:creationId xmlns:a16="http://schemas.microsoft.com/office/drawing/2014/main" id="{1DEA6A44-CD60-4DFD-802B-A4F4BFCB71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>
            <a:off x="5820162" y="-288353"/>
            <a:ext cx="568289" cy="568289"/>
          </a:xfrm>
          <a:prstGeom prst="rtTriangle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" name="כותרת 1">
            <a:extLst>
              <a:ext uri="{FF2B5EF4-FFF2-40B4-BE49-F238E27FC236}">
                <a16:creationId xmlns:a16="http://schemas.microsoft.com/office/drawing/2014/main" id="{26ED968E-3783-1413-EC57-4F25059714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1078" y="725951"/>
            <a:ext cx="10794505" cy="2157066"/>
          </a:xfrm>
        </p:spPr>
        <p:txBody>
          <a:bodyPr>
            <a:normAutofit/>
          </a:bodyPr>
          <a:lstStyle/>
          <a:p>
            <a:pPr algn="ctr"/>
            <a:r>
              <a:rPr lang="en-US"/>
              <a:t>User Interface </a:t>
            </a:r>
            <a:endParaRPr lang="he-IL"/>
          </a:p>
        </p:txBody>
      </p:sp>
      <p:graphicFrame>
        <p:nvGraphicFramePr>
          <p:cNvPr id="49" name="מציין מיקום תוכן 2">
            <a:extLst>
              <a:ext uri="{FF2B5EF4-FFF2-40B4-BE49-F238E27FC236}">
                <a16:creationId xmlns:a16="http://schemas.microsoft.com/office/drawing/2014/main" id="{707F3AE4-B172-C618-846C-A37700E81BC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883148369"/>
              </p:ext>
            </p:extLst>
          </p:nvPr>
        </p:nvGraphicFramePr>
        <p:xfrm>
          <a:off x="690562" y="2784569"/>
          <a:ext cx="10840679" cy="335573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6" name="מציין מיקום של מספר שקופית 3">
            <a:extLst>
              <a:ext uri="{FF2B5EF4-FFF2-40B4-BE49-F238E27FC236}">
                <a16:creationId xmlns:a16="http://schemas.microsoft.com/office/drawing/2014/main" id="{07C0D2D3-3CFA-B219-927A-FD69BC801016}"/>
              </a:ext>
            </a:extLst>
          </p:cNvPr>
          <p:cNvSpPr txBox="1">
            <a:spLocks/>
          </p:cNvSpPr>
          <p:nvPr/>
        </p:nvSpPr>
        <p:spPr>
          <a:xfrm>
            <a:off x="5600210" y="6233080"/>
            <a:ext cx="979151" cy="417126"/>
          </a:xfrm>
          <a:prstGeom prst="rect">
            <a:avLst/>
          </a:prstGeom>
        </p:spPr>
        <p:txBody>
          <a:bodyPr>
            <a:norm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spcAft>
                <a:spcPts val="600"/>
              </a:spcAft>
            </a:pPr>
            <a:fld id="{BE15108C-154A-4A5A-9C05-91A49A422BA7}" type="slidenum">
              <a:rPr lang="en-US" sz="1400" b="1" smtClean="0">
                <a:solidFill>
                  <a:schemeClr val="tx1">
                    <a:tint val="75000"/>
                  </a:schemeClr>
                </a:solidFill>
              </a:rPr>
              <a:pPr algn="ctr">
                <a:spcAft>
                  <a:spcPts val="600"/>
                </a:spcAft>
              </a:pPr>
              <a:t>11</a:t>
            </a:fld>
            <a:endParaRPr lang="en-US" sz="1400" b="1">
              <a:solidFill>
                <a:schemeClr val="tx1">
                  <a:tint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2297676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41EF5B18-A83E-9E29-B242-8F264114B5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0744" y="224506"/>
            <a:ext cx="10325000" cy="700084"/>
          </a:xfrm>
        </p:spPr>
        <p:txBody>
          <a:bodyPr>
            <a:normAutofit fontScale="90000"/>
          </a:bodyPr>
          <a:lstStyle/>
          <a:p>
            <a:r>
              <a:rPr lang="en-US"/>
              <a:t>Dashboard</a:t>
            </a:r>
            <a:endParaRPr lang="he-IL"/>
          </a:p>
        </p:txBody>
      </p:sp>
      <p:pic>
        <p:nvPicPr>
          <p:cNvPr id="4" name="מציין מיקום תוכן 3" descr="תמונה שמכילה טקסט, צילום מסך, גופן, מספר&#10;&#10;תוכן בינה מלאכותית גנרטיבית עשוי להיות שגוי.">
            <a:extLst>
              <a:ext uri="{FF2B5EF4-FFF2-40B4-BE49-F238E27FC236}">
                <a16:creationId xmlns:a16="http://schemas.microsoft.com/office/drawing/2014/main" id="{18B34B74-00DD-874A-97F0-38BF2A890F8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5304" y="924590"/>
            <a:ext cx="10976344" cy="48764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8655122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694CA1-C631-19C1-221E-4DE221A3B1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E7F56A0F-57CF-059E-51DD-8296AF117C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0744" y="224506"/>
            <a:ext cx="10325000" cy="700084"/>
          </a:xfrm>
        </p:spPr>
        <p:txBody>
          <a:bodyPr>
            <a:normAutofit fontScale="90000"/>
          </a:bodyPr>
          <a:lstStyle/>
          <a:p>
            <a:r>
              <a:rPr lang="en-US"/>
              <a:t>Courses </a:t>
            </a:r>
            <a:endParaRPr lang="he-IL"/>
          </a:p>
        </p:txBody>
      </p:sp>
      <p:pic>
        <p:nvPicPr>
          <p:cNvPr id="4" name="מציין מיקום תוכן 3">
            <a:extLst>
              <a:ext uri="{FF2B5EF4-FFF2-40B4-BE49-F238E27FC236}">
                <a16:creationId xmlns:a16="http://schemas.microsoft.com/office/drawing/2014/main" id="{507D1B02-F168-6F77-73CF-304C92609E1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45304" y="924590"/>
            <a:ext cx="10976344" cy="48764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3106465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019686-C328-0E9B-1998-762002F559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5364E7D4-593E-CE63-ECE0-836BF141C4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0744" y="224506"/>
            <a:ext cx="10325000" cy="700084"/>
          </a:xfrm>
        </p:spPr>
        <p:txBody>
          <a:bodyPr>
            <a:normAutofit fontScale="90000"/>
          </a:bodyPr>
          <a:lstStyle/>
          <a:p>
            <a:r>
              <a:rPr lang="en-US"/>
              <a:t>Generation screen</a:t>
            </a:r>
            <a:endParaRPr lang="he-IL"/>
          </a:p>
        </p:txBody>
      </p:sp>
      <p:pic>
        <p:nvPicPr>
          <p:cNvPr id="4" name="מציין מיקום תוכן 3">
            <a:extLst>
              <a:ext uri="{FF2B5EF4-FFF2-40B4-BE49-F238E27FC236}">
                <a16:creationId xmlns:a16="http://schemas.microsoft.com/office/drawing/2014/main" id="{56B60912-6E8B-3DB6-9551-CED696C46A2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45304" y="924590"/>
            <a:ext cx="10976344" cy="48764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3998900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E3607A-FEB3-E61F-0B6D-F75244D186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9F6C6227-98FA-E054-7F40-CB77BE8F00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0744" y="224506"/>
            <a:ext cx="10325000" cy="700084"/>
          </a:xfrm>
        </p:spPr>
        <p:txBody>
          <a:bodyPr>
            <a:normAutofit fontScale="90000"/>
          </a:bodyPr>
          <a:lstStyle/>
          <a:p>
            <a:r>
              <a:rPr lang="en-US"/>
              <a:t>Generation screen</a:t>
            </a:r>
            <a:endParaRPr lang="he-IL"/>
          </a:p>
        </p:txBody>
      </p:sp>
      <p:pic>
        <p:nvPicPr>
          <p:cNvPr id="4" name="מציין מיקום תוכן 3">
            <a:extLst>
              <a:ext uri="{FF2B5EF4-FFF2-40B4-BE49-F238E27FC236}">
                <a16:creationId xmlns:a16="http://schemas.microsoft.com/office/drawing/2014/main" id="{9AD05128-3423-9A6D-F0B8-19D128726A6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45304" y="924590"/>
            <a:ext cx="10976344" cy="48764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4182859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B57738-F77B-04F4-F623-F1608FBB4D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B10F7865-92C1-3EE9-5D20-5DC00E5022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0744" y="224506"/>
            <a:ext cx="10325000" cy="700084"/>
          </a:xfrm>
        </p:spPr>
        <p:txBody>
          <a:bodyPr>
            <a:normAutofit fontScale="90000"/>
          </a:bodyPr>
          <a:lstStyle/>
          <a:p>
            <a:r>
              <a:rPr lang="en-US"/>
              <a:t>Timetable screen</a:t>
            </a:r>
            <a:endParaRPr lang="he-IL"/>
          </a:p>
        </p:txBody>
      </p:sp>
      <p:pic>
        <p:nvPicPr>
          <p:cNvPr id="4" name="מציין מיקום תוכן 3">
            <a:extLst>
              <a:ext uri="{FF2B5EF4-FFF2-40B4-BE49-F238E27FC236}">
                <a16:creationId xmlns:a16="http://schemas.microsoft.com/office/drawing/2014/main" id="{E8B0118C-E972-B6D0-F63B-4125D8EE9E2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45304" y="924590"/>
            <a:ext cx="10976344" cy="48764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309125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9663BDD8-36FC-48B0-8862-3B51BE4F77D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208613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B27757FA-E22B-4C03-A927-1E4B4A5855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6214" y="-1"/>
            <a:ext cx="12214827" cy="6858000"/>
            <a:chOff x="-6214" y="-1"/>
            <a:chExt cx="12214827" cy="6858000"/>
          </a:xfrm>
        </p:grpSpPr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9FA329A2-1D2A-4A62-A6AF-93B37310C41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-6214" y="6686283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EAAB6EEA-4329-4352-9BA3-1746A7111E9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7DF1164F-7F9A-40C5-868D-082B3E0F117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99325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ADB572B4-ACB4-4026-BE9F-D3523A2C1C3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9252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F77DB227-A8B6-43DC-970A-925EED2E0F0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7592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3B6B9264-5A30-46E0-A2C1-636FB3D1B16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215931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B879B4D0-16B0-456E-8951-4042C78B2A2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314271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143D00E3-B79B-41D6-9E66-07EC7E6C25F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4126104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BDD97DA3-F9CF-4985-A2BA-27DDD396C7A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510949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20472B34-25FF-41FB-BF22-42D29C83F61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609289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3C6268AA-8DD1-4959-8136-0ECAAFD2714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7628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1F744375-C310-46F7-AC26-C5A4BD827F5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805968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86C08DB1-CFE5-4A9A-BCB2-C82F79C61A9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9043074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4F10D3C0-7CBD-42BF-BC76-68A25F97309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002646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F6DF561D-125D-4BA4-BEA8-D540A3EF8FB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00986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696CE140-59C9-47C1-9BFD-E716943C476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218578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7D2421D5-FB16-43BB-BD72-57B6D115C2F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71716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694B4B66-3D8B-4D67-B68A-5EE98A61C30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714597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21CE3395-ADDA-44B4-B550-87AF22E18F3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257478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D6A7375E-9A29-4790-AA05-FC4DCC1AE72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800359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2E67518D-21C7-4CDB-9A75-248EEAB4350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2343240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413A36F7-9692-46D1-AA17-3036EBF7572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2886121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>
              <a:extLst>
                <a:ext uri="{FF2B5EF4-FFF2-40B4-BE49-F238E27FC236}">
                  <a16:creationId xmlns:a16="http://schemas.microsoft.com/office/drawing/2014/main" id="{904FE3BA-02A8-46F8-8C46-213885DB491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3429002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Connector 34">
              <a:extLst>
                <a:ext uri="{FF2B5EF4-FFF2-40B4-BE49-F238E27FC236}">
                  <a16:creationId xmlns:a16="http://schemas.microsoft.com/office/drawing/2014/main" id="{7C8B1E1C-C236-410A-A75B-B5FED48E265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3971883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Connector 35">
              <a:extLst>
                <a:ext uri="{FF2B5EF4-FFF2-40B4-BE49-F238E27FC236}">
                  <a16:creationId xmlns:a16="http://schemas.microsoft.com/office/drawing/2014/main" id="{DFD8A655-CFAF-496E-82F7-4677B2100C3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4514764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Straight Connector 36">
              <a:extLst>
                <a:ext uri="{FF2B5EF4-FFF2-40B4-BE49-F238E27FC236}">
                  <a16:creationId xmlns:a16="http://schemas.microsoft.com/office/drawing/2014/main" id="{EB52CEB0-DF45-45EF-B19A-A15C1A17E11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5057645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Straight Connector 37">
              <a:extLst>
                <a:ext uri="{FF2B5EF4-FFF2-40B4-BE49-F238E27FC236}">
                  <a16:creationId xmlns:a16="http://schemas.microsoft.com/office/drawing/2014/main" id="{7D16414C-77DA-4C7E-8E62-862EAA940E8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5600526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Connector 38">
              <a:extLst>
                <a:ext uri="{FF2B5EF4-FFF2-40B4-BE49-F238E27FC236}">
                  <a16:creationId xmlns:a16="http://schemas.microsoft.com/office/drawing/2014/main" id="{AC5789C5-251A-445C-8D17-18D36F8B518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6857999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Straight Connector 39">
              <a:extLst>
                <a:ext uri="{FF2B5EF4-FFF2-40B4-BE49-F238E27FC236}">
                  <a16:creationId xmlns:a16="http://schemas.microsoft.com/office/drawing/2014/main" id="{9BA0ACD3-25B4-4C98-B833-09426BA9CCE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6613" y="6143407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Straight Connector 40">
              <a:extLst>
                <a:ext uri="{FF2B5EF4-FFF2-40B4-BE49-F238E27FC236}">
                  <a16:creationId xmlns:a16="http://schemas.microsoft.com/office/drawing/2014/main" id="{0C2EAAE7-E646-4A26-BA0E-A130ECE6A4E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684225" y="171716"/>
              <a:ext cx="0" cy="6511464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Straight Connector 41">
              <a:extLst>
                <a:ext uri="{FF2B5EF4-FFF2-40B4-BE49-F238E27FC236}">
                  <a16:creationId xmlns:a16="http://schemas.microsoft.com/office/drawing/2014/main" id="{8F4E911F-A532-42C7-B083-1E5BA8D71AF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508412" y="173267"/>
              <a:ext cx="0" cy="6511464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4" name="Right Triangle 43">
            <a:extLst>
              <a:ext uri="{FF2B5EF4-FFF2-40B4-BE49-F238E27FC236}">
                <a16:creationId xmlns:a16="http://schemas.microsoft.com/office/drawing/2014/main" id="{1DEA6A44-CD60-4DFD-802B-A4F4BFCB71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>
            <a:off x="5820162" y="-288353"/>
            <a:ext cx="568289" cy="568289"/>
          </a:xfrm>
          <a:prstGeom prst="rtTriangle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" name="כותרת 1">
            <a:extLst>
              <a:ext uri="{FF2B5EF4-FFF2-40B4-BE49-F238E27FC236}">
                <a16:creationId xmlns:a16="http://schemas.microsoft.com/office/drawing/2014/main" id="{6664A7CF-076B-5A8C-0DF5-4073D6A304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1078" y="725951"/>
            <a:ext cx="10794505" cy="2157066"/>
          </a:xfrm>
        </p:spPr>
        <p:txBody>
          <a:bodyPr>
            <a:normAutofit/>
          </a:bodyPr>
          <a:lstStyle/>
          <a:p>
            <a:pPr algn="ctr"/>
            <a:r>
              <a:rPr lang="en-US"/>
              <a:t>Testing Plan + Success Metrics</a:t>
            </a:r>
            <a:endParaRPr lang="he-IL"/>
          </a:p>
        </p:txBody>
      </p:sp>
      <p:graphicFrame>
        <p:nvGraphicFramePr>
          <p:cNvPr id="5" name="מציין מיקום תוכן 2">
            <a:extLst>
              <a:ext uri="{FF2B5EF4-FFF2-40B4-BE49-F238E27FC236}">
                <a16:creationId xmlns:a16="http://schemas.microsoft.com/office/drawing/2014/main" id="{D2C66607-952C-E5B2-033A-7A31DEAB4F8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271702078"/>
              </p:ext>
            </p:extLst>
          </p:nvPr>
        </p:nvGraphicFramePr>
        <p:xfrm>
          <a:off x="690562" y="2784569"/>
          <a:ext cx="10840679" cy="335573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6" name="מציין מיקום של מספר שקופית 3">
            <a:extLst>
              <a:ext uri="{FF2B5EF4-FFF2-40B4-BE49-F238E27FC236}">
                <a16:creationId xmlns:a16="http://schemas.microsoft.com/office/drawing/2014/main" id="{71AE53DF-4215-4434-E937-2AEBE9E903FB}"/>
              </a:ext>
            </a:extLst>
          </p:cNvPr>
          <p:cNvSpPr txBox="1">
            <a:spLocks/>
          </p:cNvSpPr>
          <p:nvPr/>
        </p:nvSpPr>
        <p:spPr>
          <a:xfrm>
            <a:off x="5600210" y="6233080"/>
            <a:ext cx="979151" cy="417126"/>
          </a:xfrm>
          <a:prstGeom prst="rect">
            <a:avLst/>
          </a:prstGeom>
        </p:spPr>
        <p:txBody>
          <a:bodyPr>
            <a:norm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spcAft>
                <a:spcPts val="600"/>
              </a:spcAft>
            </a:pPr>
            <a:fld id="{BE15108C-154A-4A5A-9C05-91A49A422BA7}" type="slidenum">
              <a:rPr lang="en-US" sz="1400" b="1" smtClean="0">
                <a:solidFill>
                  <a:schemeClr val="tx1">
                    <a:tint val="75000"/>
                  </a:schemeClr>
                </a:solidFill>
              </a:rPr>
              <a:pPr algn="ctr">
                <a:spcAft>
                  <a:spcPts val="600"/>
                </a:spcAft>
              </a:pPr>
              <a:t>17</a:t>
            </a:fld>
            <a:endParaRPr lang="en-US" sz="1400" b="1">
              <a:solidFill>
                <a:schemeClr val="tx1">
                  <a:tint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4546054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1C582B07-D0F0-4B6B-A5D9-D2F192CB3A4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sp useBgFill="1">
        <p:nvSpPr>
          <p:cNvPr id="12" name="Freeform: Shape 11">
            <a:extLst>
              <a:ext uri="{FF2B5EF4-FFF2-40B4-BE49-F238E27FC236}">
                <a16:creationId xmlns:a16="http://schemas.microsoft.com/office/drawing/2014/main" id="{CFDF70F4-97B6-40D8-B1FA-9580DBD2393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V="1">
            <a:off x="5552244" y="224448"/>
            <a:ext cx="6857996" cy="6409096"/>
          </a:xfrm>
          <a:custGeom>
            <a:avLst/>
            <a:gdLst>
              <a:gd name="connsiteX0" fmla="*/ 0 w 6857996"/>
              <a:gd name="connsiteY0" fmla="*/ 2827344 h 6142577"/>
              <a:gd name="connsiteX1" fmla="*/ 0 w 6857996"/>
              <a:gd name="connsiteY1" fmla="*/ 5080510 h 6142577"/>
              <a:gd name="connsiteX2" fmla="*/ 3 w 6857996"/>
              <a:gd name="connsiteY2" fmla="*/ 5080510 h 6142577"/>
              <a:gd name="connsiteX3" fmla="*/ 3 w 6857996"/>
              <a:gd name="connsiteY3" fmla="*/ 6142577 h 6142577"/>
              <a:gd name="connsiteX4" fmla="*/ 6857996 w 6857996"/>
              <a:gd name="connsiteY4" fmla="*/ 6142577 h 6142577"/>
              <a:gd name="connsiteX5" fmla="*/ 6857996 w 6857996"/>
              <a:gd name="connsiteY5" fmla="*/ 3928749 h 6142577"/>
              <a:gd name="connsiteX6" fmla="*/ 6857996 w 6857996"/>
              <a:gd name="connsiteY6" fmla="*/ 2572597 h 6142577"/>
              <a:gd name="connsiteX7" fmla="*/ 6857996 w 6857996"/>
              <a:gd name="connsiteY7" fmla="*/ 307516 h 6142577"/>
              <a:gd name="connsiteX8" fmla="*/ 6550769 w 6857996"/>
              <a:gd name="connsiteY8" fmla="*/ 222609 h 6142577"/>
              <a:gd name="connsiteX9" fmla="*/ 5031274 w 6857996"/>
              <a:gd name="connsiteY9" fmla="*/ 33 h 6142577"/>
              <a:gd name="connsiteX10" fmla="*/ 310659 w 6857996"/>
              <a:gd name="connsiteY10" fmla="*/ 1067285 h 6142577"/>
              <a:gd name="connsiteX11" fmla="*/ 2 w 6857996"/>
              <a:gd name="connsiteY11" fmla="*/ 1072307 h 6142577"/>
              <a:gd name="connsiteX12" fmla="*/ 2 w 6857996"/>
              <a:gd name="connsiteY12" fmla="*/ 2827344 h 61425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6857996" h="6142577">
                <a:moveTo>
                  <a:pt x="0" y="2827344"/>
                </a:moveTo>
                <a:lnTo>
                  <a:pt x="0" y="5080510"/>
                </a:lnTo>
                <a:lnTo>
                  <a:pt x="3" y="5080510"/>
                </a:lnTo>
                <a:lnTo>
                  <a:pt x="3" y="6142577"/>
                </a:lnTo>
                <a:lnTo>
                  <a:pt x="6857996" y="6142577"/>
                </a:lnTo>
                <a:lnTo>
                  <a:pt x="6857996" y="3928749"/>
                </a:lnTo>
                <a:lnTo>
                  <a:pt x="6857996" y="2572597"/>
                </a:lnTo>
                <a:lnTo>
                  <a:pt x="6857996" y="307516"/>
                </a:lnTo>
                <a:lnTo>
                  <a:pt x="6550769" y="222609"/>
                </a:lnTo>
                <a:cubicBezTo>
                  <a:pt x="5946238" y="65902"/>
                  <a:pt x="5454822" y="1688"/>
                  <a:pt x="5031274" y="33"/>
                </a:cubicBezTo>
                <a:cubicBezTo>
                  <a:pt x="3337081" y="-6590"/>
                  <a:pt x="2728780" y="987729"/>
                  <a:pt x="310659" y="1067285"/>
                </a:cubicBezTo>
                <a:lnTo>
                  <a:pt x="2" y="1072307"/>
                </a:lnTo>
                <a:lnTo>
                  <a:pt x="2" y="2827344"/>
                </a:lnTo>
                <a:close/>
              </a:path>
            </a:pathLst>
          </a:custGeom>
          <a:solidFill>
            <a:srgbClr val="BCBCBC">
              <a:alpha val="3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807F70BA-21EF-4B7D-ACFF-D02E136D44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6214" y="-1"/>
            <a:ext cx="12214827" cy="6858000"/>
            <a:chOff x="-6214" y="-1"/>
            <a:chExt cx="12214827" cy="6858000"/>
          </a:xfrm>
        </p:grpSpPr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7D487A9C-B45A-450B-B04B-02570D8F419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-6214" y="6686283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09C56948-B944-4EAA-A601-1C3F289A7CD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43EFFD07-1C36-4595-9832-727669712CF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99325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FA5917E5-3154-42BC-8308-71C3D44DB41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9252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4B05D64D-A9ED-421A-9ABE-761977A8153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7592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25E49393-F5BE-4823-92E3-7A624F7EAAE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215931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46035503-21C0-4568-B46B-90BB750327C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314271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F5CACA2B-D1AF-419E-BFBF-413F69DFDB8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4126104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2284408D-F3CE-466F-A0C8-D27F2BCFC62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510949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A2C5065B-1474-4D66-99DB-CFEF811C0FD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609289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6C6F4B51-92DC-4003-A3E7-28710D57AB9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7628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0D5C13CE-E4FE-4F85-BC09-9C950ED7526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805968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851C5D97-1CDA-475E-BAC6-EE58999872A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9043074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DB712EBA-54FF-45FE-9A4E-98C0C0EC23F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002646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7E0AB49E-A89E-4B6C-AAAA-96E326D154A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00986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1E63E817-E471-4A64-9EF6-FFB1FBB3481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218578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E4BB2927-CDAC-455A-8D26-8582DD13DDF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71716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A8E42F79-594B-4397-8A30-281228EF993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714597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6E578AA8-0A5F-4BAA-AAFC-8A1E07838B1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257478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>
              <a:extLst>
                <a:ext uri="{FF2B5EF4-FFF2-40B4-BE49-F238E27FC236}">
                  <a16:creationId xmlns:a16="http://schemas.microsoft.com/office/drawing/2014/main" id="{9BA6CB24-165E-4D82-A315-18FFF8ABC6C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800359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Connector 34">
              <a:extLst>
                <a:ext uri="{FF2B5EF4-FFF2-40B4-BE49-F238E27FC236}">
                  <a16:creationId xmlns:a16="http://schemas.microsoft.com/office/drawing/2014/main" id="{6A7AFC89-7922-47E2-8920-9883AF13C2E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2343240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Connector 35">
              <a:extLst>
                <a:ext uri="{FF2B5EF4-FFF2-40B4-BE49-F238E27FC236}">
                  <a16:creationId xmlns:a16="http://schemas.microsoft.com/office/drawing/2014/main" id="{82D63DEE-348A-4118-952F-DCD6FC1B6D2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2886121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Straight Connector 36">
              <a:extLst>
                <a:ext uri="{FF2B5EF4-FFF2-40B4-BE49-F238E27FC236}">
                  <a16:creationId xmlns:a16="http://schemas.microsoft.com/office/drawing/2014/main" id="{47A17409-8146-400D-A3C1-1E93FE2056D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3429002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Straight Connector 37">
              <a:extLst>
                <a:ext uri="{FF2B5EF4-FFF2-40B4-BE49-F238E27FC236}">
                  <a16:creationId xmlns:a16="http://schemas.microsoft.com/office/drawing/2014/main" id="{621B7B93-01A0-4FDD-A6E1-57295778182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3971883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Connector 38">
              <a:extLst>
                <a:ext uri="{FF2B5EF4-FFF2-40B4-BE49-F238E27FC236}">
                  <a16:creationId xmlns:a16="http://schemas.microsoft.com/office/drawing/2014/main" id="{6D3948D1-38CD-41AC-BBE8-291A85A7035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4514764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Straight Connector 39">
              <a:extLst>
                <a:ext uri="{FF2B5EF4-FFF2-40B4-BE49-F238E27FC236}">
                  <a16:creationId xmlns:a16="http://schemas.microsoft.com/office/drawing/2014/main" id="{A633F3FE-70B6-41BD-A2D7-F9A53AB38EB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5057645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Straight Connector 40">
              <a:extLst>
                <a:ext uri="{FF2B5EF4-FFF2-40B4-BE49-F238E27FC236}">
                  <a16:creationId xmlns:a16="http://schemas.microsoft.com/office/drawing/2014/main" id="{09D1DD0D-9D4A-41EA-9650-F8215D949B7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5600526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Straight Connector 41">
              <a:extLst>
                <a:ext uri="{FF2B5EF4-FFF2-40B4-BE49-F238E27FC236}">
                  <a16:creationId xmlns:a16="http://schemas.microsoft.com/office/drawing/2014/main" id="{8148EE7C-8DC4-4A31-A981-8F838EA8FA0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6857999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Straight Connector 42">
              <a:extLst>
                <a:ext uri="{FF2B5EF4-FFF2-40B4-BE49-F238E27FC236}">
                  <a16:creationId xmlns:a16="http://schemas.microsoft.com/office/drawing/2014/main" id="{F7F7EC5C-3015-4A5E-A9E3-B53F5293D2F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6613" y="6143407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Straight Connector 43">
              <a:extLst>
                <a:ext uri="{FF2B5EF4-FFF2-40B4-BE49-F238E27FC236}">
                  <a16:creationId xmlns:a16="http://schemas.microsoft.com/office/drawing/2014/main" id="{FD7AF31F-4674-411A-837A-ED991478D26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684225" y="171716"/>
              <a:ext cx="0" cy="6511464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Straight Connector 44">
              <a:extLst>
                <a:ext uri="{FF2B5EF4-FFF2-40B4-BE49-F238E27FC236}">
                  <a16:creationId xmlns:a16="http://schemas.microsoft.com/office/drawing/2014/main" id="{5D3DAED2-414E-42E1-998A-6D7EF4A4D06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508412" y="173267"/>
              <a:ext cx="0" cy="6511464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7" name="Right Triangle 46">
            <a:extLst>
              <a:ext uri="{FF2B5EF4-FFF2-40B4-BE49-F238E27FC236}">
                <a16:creationId xmlns:a16="http://schemas.microsoft.com/office/drawing/2014/main" id="{9E92C66B-792F-479F-B983-F47FEE1AB56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3500000">
            <a:off x="-281094" y="1525300"/>
            <a:ext cx="568289" cy="568289"/>
          </a:xfrm>
          <a:prstGeom prst="rtTriangle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" name="כותרת 1">
            <a:extLst>
              <a:ext uri="{FF2B5EF4-FFF2-40B4-BE49-F238E27FC236}">
                <a16:creationId xmlns:a16="http://schemas.microsoft.com/office/drawing/2014/main" id="{D6FB4401-A30D-3A5E-248A-F1EEE54058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1079" y="725951"/>
            <a:ext cx="5408027" cy="1442463"/>
          </a:xfrm>
        </p:spPr>
        <p:txBody>
          <a:bodyPr>
            <a:normAutofit/>
          </a:bodyPr>
          <a:lstStyle/>
          <a:p>
            <a:r>
              <a:rPr lang="en-US"/>
              <a:t>Challenges</a:t>
            </a:r>
            <a:endParaRPr lang="he-IL"/>
          </a:p>
        </p:txBody>
      </p:sp>
      <p:sp>
        <p:nvSpPr>
          <p:cNvPr id="3" name="מציין מיקום תוכן 2">
            <a:extLst>
              <a:ext uri="{FF2B5EF4-FFF2-40B4-BE49-F238E27FC236}">
                <a16:creationId xmlns:a16="http://schemas.microsoft.com/office/drawing/2014/main" id="{D439DA4E-249A-7735-CE50-822A72CDD7F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91079" y="2340131"/>
            <a:ext cx="5079401" cy="3791918"/>
          </a:xfrm>
        </p:spPr>
        <p:txBody>
          <a:bodyPr>
            <a:normAutofit/>
          </a:bodyPr>
          <a:lstStyle/>
          <a:p>
            <a:r>
              <a:rPr lang="en-US"/>
              <a:t>Unforeseen constraints may arise during implementation</a:t>
            </a:r>
          </a:p>
          <a:p>
            <a:endParaRPr lang="en-US"/>
          </a:p>
          <a:p>
            <a:r>
              <a:rPr lang="en-US"/>
              <a:t>The model may require refinement and adjustment</a:t>
            </a:r>
          </a:p>
          <a:p>
            <a:endParaRPr lang="en-US"/>
          </a:p>
          <a:p>
            <a:r>
              <a:rPr lang="en-US"/>
              <a:t>System limitations affect long-term data handling</a:t>
            </a:r>
            <a:endParaRPr lang="he-IL"/>
          </a:p>
        </p:txBody>
      </p:sp>
      <p:pic>
        <p:nvPicPr>
          <p:cNvPr id="7" name="Graphic 6" descr="אזהרה">
            <a:extLst>
              <a:ext uri="{FF2B5EF4-FFF2-40B4-BE49-F238E27FC236}">
                <a16:creationId xmlns:a16="http://schemas.microsoft.com/office/drawing/2014/main" id="{0EA996E8-9D33-E701-2188-855D3127534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346981" y="1907252"/>
            <a:ext cx="3111633" cy="3111633"/>
          </a:xfrm>
          <a:prstGeom prst="rect">
            <a:avLst/>
          </a:prstGeom>
        </p:spPr>
      </p:pic>
      <p:sp>
        <p:nvSpPr>
          <p:cNvPr id="5" name="מציין מיקום של מספר שקופית 3">
            <a:extLst>
              <a:ext uri="{FF2B5EF4-FFF2-40B4-BE49-F238E27FC236}">
                <a16:creationId xmlns:a16="http://schemas.microsoft.com/office/drawing/2014/main" id="{E9969816-1D8D-303F-37EB-F701AF81857A}"/>
              </a:ext>
            </a:extLst>
          </p:cNvPr>
          <p:cNvSpPr txBox="1">
            <a:spLocks/>
          </p:cNvSpPr>
          <p:nvPr/>
        </p:nvSpPr>
        <p:spPr>
          <a:xfrm>
            <a:off x="5600210" y="6233080"/>
            <a:ext cx="979151" cy="417126"/>
          </a:xfrm>
          <a:prstGeom prst="rect">
            <a:avLst/>
          </a:prstGeom>
        </p:spPr>
        <p:txBody>
          <a:bodyPr>
            <a:norm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spcAft>
                <a:spcPts val="600"/>
              </a:spcAft>
            </a:pPr>
            <a:fld id="{BE15108C-154A-4A5A-9C05-91A49A422BA7}" type="slidenum">
              <a:rPr lang="en-US" sz="1400" b="1" smtClean="0">
                <a:solidFill>
                  <a:schemeClr val="tx1">
                    <a:tint val="75000"/>
                  </a:schemeClr>
                </a:solidFill>
              </a:rPr>
              <a:pPr algn="ctr">
                <a:spcAft>
                  <a:spcPts val="600"/>
                </a:spcAft>
              </a:pPr>
              <a:t>18</a:t>
            </a:fld>
            <a:endParaRPr lang="en-US" sz="1400" b="1">
              <a:solidFill>
                <a:schemeClr val="tx1">
                  <a:tint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8914290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9663BDD8-36FC-48B0-8862-3B51BE4F77D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208613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7188C579-6F01-4060-BF31-C045C99A6C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6214" y="-1"/>
            <a:ext cx="12214827" cy="6858000"/>
            <a:chOff x="-6214" y="-1"/>
            <a:chExt cx="12214827" cy="6858000"/>
          </a:xfrm>
        </p:grpSpPr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0CBA8DA8-7039-4026-8733-D3F4908603A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-6214" y="6686283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54B834BE-C330-4AFA-9B27-8969E16F056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D141B717-A199-4EEE-8434-CBC9E5DDEA3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99325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7B5222AF-AB0D-4F6E-896E-C17796EB666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9252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B7C2DAFE-2FB9-4D8D-BD2D-ED9F5F84F22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7592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EF3CD814-26D5-4D79-87E0-19D14406A64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215931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427D5AAA-C842-4E1C-BC3A-1075F625FE8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314271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F5A2BF58-94DC-466E-8A14-22A3DB47955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4126104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EB34C7E0-0590-48E8-96F6-F360D134B6C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510949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6C0978ED-0E33-431F-AB9B-9982B4ABCD0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609289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BB69CC66-E364-4939-9117-F8C4F07AC58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7628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8F26B350-296D-48C7-BC91-284315CE9A9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805968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E6EF6201-58A9-4F7B-84D5-9B02266EC1A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9043074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637A0E2A-071B-4227-ACA6-A749AB0DC66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002646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0B607F85-6A97-46C7-B9BC-B8505E1D67B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00986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2CE1BD4B-04FC-4BDC-A11E-35BD2195809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218578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DAF4F244-77B9-4EB1-AD29-2582BBCFF3C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71716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756CFC8A-72E2-4020-90D4-EE0E7DB39BF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714597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E0F84F9E-4134-4152-959A-C2871B8013A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257478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85FEA8FE-6283-4B9B-BEDC-A1E7B166128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800359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903E4F08-4425-45C0-A346-73394B795B8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2343240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9ECBF93D-BA10-477C-B721-ABCBD81D0EA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2886121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>
              <a:extLst>
                <a:ext uri="{FF2B5EF4-FFF2-40B4-BE49-F238E27FC236}">
                  <a16:creationId xmlns:a16="http://schemas.microsoft.com/office/drawing/2014/main" id="{FF94D0A0-D5E2-47F4-B493-370EA21A26A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3429002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Connector 34">
              <a:extLst>
                <a:ext uri="{FF2B5EF4-FFF2-40B4-BE49-F238E27FC236}">
                  <a16:creationId xmlns:a16="http://schemas.microsoft.com/office/drawing/2014/main" id="{B0E9B354-9221-4A81-BFAE-3F702FB537F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3971883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Connector 35">
              <a:extLst>
                <a:ext uri="{FF2B5EF4-FFF2-40B4-BE49-F238E27FC236}">
                  <a16:creationId xmlns:a16="http://schemas.microsoft.com/office/drawing/2014/main" id="{49066CD6-AB8B-4DAA-9790-FE285D79324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4514764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Straight Connector 36">
              <a:extLst>
                <a:ext uri="{FF2B5EF4-FFF2-40B4-BE49-F238E27FC236}">
                  <a16:creationId xmlns:a16="http://schemas.microsoft.com/office/drawing/2014/main" id="{BCD472A8-84A4-4E1A-83B4-DE91C32E6AD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5057645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Straight Connector 37">
              <a:extLst>
                <a:ext uri="{FF2B5EF4-FFF2-40B4-BE49-F238E27FC236}">
                  <a16:creationId xmlns:a16="http://schemas.microsoft.com/office/drawing/2014/main" id="{1C8D1A4B-4E3D-422F-984A-9891E2DDFDD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5600526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Connector 38">
              <a:extLst>
                <a:ext uri="{FF2B5EF4-FFF2-40B4-BE49-F238E27FC236}">
                  <a16:creationId xmlns:a16="http://schemas.microsoft.com/office/drawing/2014/main" id="{7146BA3F-F373-412C-869A-D8736E0348D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6857999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Straight Connector 39">
              <a:extLst>
                <a:ext uri="{FF2B5EF4-FFF2-40B4-BE49-F238E27FC236}">
                  <a16:creationId xmlns:a16="http://schemas.microsoft.com/office/drawing/2014/main" id="{8B07C00C-AFB6-4E7D-87B9-44268CE733F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6613" y="6143407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Straight Connector 40">
              <a:extLst>
                <a:ext uri="{FF2B5EF4-FFF2-40B4-BE49-F238E27FC236}">
                  <a16:creationId xmlns:a16="http://schemas.microsoft.com/office/drawing/2014/main" id="{6D7C4703-6318-4A09-87E7-1D19FB1ADA9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684225" y="171716"/>
              <a:ext cx="0" cy="6511464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Straight Connector 41">
              <a:extLst>
                <a:ext uri="{FF2B5EF4-FFF2-40B4-BE49-F238E27FC236}">
                  <a16:creationId xmlns:a16="http://schemas.microsoft.com/office/drawing/2014/main" id="{A3DFFC6F-F715-482D-BC44-6DE29BEDFCA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508412" y="173267"/>
              <a:ext cx="0" cy="6511464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4" name="Right Triangle 43">
            <a:extLst>
              <a:ext uri="{FF2B5EF4-FFF2-40B4-BE49-F238E27FC236}">
                <a16:creationId xmlns:a16="http://schemas.microsoft.com/office/drawing/2014/main" id="{42DA35F9-950C-4AD3-AAD4-731D45E423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3500000">
            <a:off x="-284142" y="2068181"/>
            <a:ext cx="568289" cy="568289"/>
          </a:xfrm>
          <a:prstGeom prst="rtTriangle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" name="כותרת 1">
            <a:extLst>
              <a:ext uri="{FF2B5EF4-FFF2-40B4-BE49-F238E27FC236}">
                <a16:creationId xmlns:a16="http://schemas.microsoft.com/office/drawing/2014/main" id="{53EE065F-18E7-9174-2869-7B73258AFA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1079" y="725951"/>
            <a:ext cx="10325000" cy="1071303"/>
          </a:xfrm>
        </p:spPr>
        <p:txBody>
          <a:bodyPr>
            <a:normAutofit/>
          </a:bodyPr>
          <a:lstStyle/>
          <a:p>
            <a:r>
              <a:rPr lang="en-US"/>
              <a:t>Summary </a:t>
            </a:r>
            <a:endParaRPr lang="he-IL"/>
          </a:p>
        </p:txBody>
      </p:sp>
      <p:graphicFrame>
        <p:nvGraphicFramePr>
          <p:cNvPr id="5" name="מציין מיקום תוכן 2">
            <a:extLst>
              <a:ext uri="{FF2B5EF4-FFF2-40B4-BE49-F238E27FC236}">
                <a16:creationId xmlns:a16="http://schemas.microsoft.com/office/drawing/2014/main" id="{C76C4B86-8605-C96D-0373-29AE489DBC5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834789616"/>
              </p:ext>
            </p:extLst>
          </p:nvPr>
        </p:nvGraphicFramePr>
        <p:xfrm>
          <a:off x="690563" y="2883015"/>
          <a:ext cx="10325100" cy="325728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4" name="מציין מיקום של מספר שקופית 3">
            <a:extLst>
              <a:ext uri="{FF2B5EF4-FFF2-40B4-BE49-F238E27FC236}">
                <a16:creationId xmlns:a16="http://schemas.microsoft.com/office/drawing/2014/main" id="{EA14C203-F014-9599-FD24-06F76630C457}"/>
              </a:ext>
            </a:extLst>
          </p:cNvPr>
          <p:cNvSpPr txBox="1">
            <a:spLocks/>
          </p:cNvSpPr>
          <p:nvPr/>
        </p:nvSpPr>
        <p:spPr>
          <a:xfrm>
            <a:off x="5600210" y="6233080"/>
            <a:ext cx="979151" cy="417126"/>
          </a:xfrm>
          <a:prstGeom prst="rect">
            <a:avLst/>
          </a:prstGeom>
        </p:spPr>
        <p:txBody>
          <a:bodyPr>
            <a:norm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spcAft>
                <a:spcPts val="600"/>
              </a:spcAft>
            </a:pPr>
            <a:fld id="{BE15108C-154A-4A5A-9C05-91A49A422BA7}" type="slidenum">
              <a:rPr lang="en-US" sz="1400" b="1" smtClean="0">
                <a:solidFill>
                  <a:schemeClr val="tx1">
                    <a:tint val="75000"/>
                  </a:schemeClr>
                </a:solidFill>
              </a:rPr>
              <a:pPr algn="ctr">
                <a:spcAft>
                  <a:spcPts val="600"/>
                </a:spcAft>
              </a:pPr>
              <a:t>19</a:t>
            </a:fld>
            <a:endParaRPr lang="en-US" sz="1400" b="1">
              <a:solidFill>
                <a:schemeClr val="tx1">
                  <a:tint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2851155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CosineVTI">
  <a:themeElements>
    <a:clrScheme name="כחול חם">
      <a:dk1>
        <a:sysClr val="windowText" lastClr="000000"/>
      </a:dk1>
      <a:lt1>
        <a:sysClr val="window" lastClr="FFFFFF"/>
      </a:lt1>
      <a:dk2>
        <a:srgbClr val="242852"/>
      </a:dk2>
      <a:lt2>
        <a:srgbClr val="ACCBF9"/>
      </a:lt2>
      <a:accent1>
        <a:srgbClr val="4A66AC"/>
      </a:accent1>
      <a:accent2>
        <a:srgbClr val="629DD1"/>
      </a:accent2>
      <a:accent3>
        <a:srgbClr val="297FD5"/>
      </a:accent3>
      <a:accent4>
        <a:srgbClr val="7F8FA9"/>
      </a:accent4>
      <a:accent5>
        <a:srgbClr val="5AA2AE"/>
      </a:accent5>
      <a:accent6>
        <a:srgbClr val="9D90A0"/>
      </a:accent6>
      <a:hlink>
        <a:srgbClr val="9454C3"/>
      </a:hlink>
      <a:folHlink>
        <a:srgbClr val="3EBBF0"/>
      </a:folHlink>
    </a:clrScheme>
    <a:fontScheme name="Custom 50">
      <a:majorFont>
        <a:latin typeface="Grandview"/>
        <a:ea typeface=""/>
        <a:cs typeface=""/>
      </a:majorFont>
      <a:minorFont>
        <a:latin typeface="Grandview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osineVTI" id="{4F4449D5-5E9D-4D83-9E2A-939F9CF20276}" vid="{03166EA1-370F-4321-A61E-8851365B4312}"/>
    </a:ext>
  </a:extLst>
</a:theme>
</file>

<file path=ppt/theme/theme2.xml><?xml version="1.0" encoding="utf-8"?>
<a:theme xmlns:a="http://schemas.openxmlformats.org/drawingml/2006/main" name="ערכת נושא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ערכת נושא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TM04033929[[fn=צפחה]]</Template>
  <TotalTime>0</TotalTime>
  <Words>2219</Words>
  <Application>Microsoft Office PowerPoint</Application>
  <PresentationFormat>מסך רחב</PresentationFormat>
  <Paragraphs>193</Paragraphs>
  <Slides>19</Slides>
  <Notes>19</Notes>
  <HiddenSlides>0</HiddenSlides>
  <MMClips>0</MMClips>
  <ScaleCrop>false</ScaleCrop>
  <HeadingPairs>
    <vt:vector size="6" baseType="variant">
      <vt:variant>
        <vt:lpstr>גופנים בשימוש</vt:lpstr>
      </vt:variant>
      <vt:variant>
        <vt:i4>5</vt:i4>
      </vt:variant>
      <vt:variant>
        <vt:lpstr>ערכת נושא</vt:lpstr>
      </vt:variant>
      <vt:variant>
        <vt:i4>1</vt:i4>
      </vt:variant>
      <vt:variant>
        <vt:lpstr>כותרות שקופיות</vt:lpstr>
      </vt:variant>
      <vt:variant>
        <vt:i4>19</vt:i4>
      </vt:variant>
    </vt:vector>
  </HeadingPairs>
  <TitlesOfParts>
    <vt:vector size="25" baseType="lpstr">
      <vt:lpstr>Aptos</vt:lpstr>
      <vt:lpstr>Arial</vt:lpstr>
      <vt:lpstr>Courier New</vt:lpstr>
      <vt:lpstr>Grandview</vt:lpstr>
      <vt:lpstr>Wingdings</vt:lpstr>
      <vt:lpstr>CosineVTI</vt:lpstr>
      <vt:lpstr>UniSched – University Course Timetabling System</vt:lpstr>
      <vt:lpstr>Background &amp; Current Situation</vt:lpstr>
      <vt:lpstr>Problem Definition</vt:lpstr>
      <vt:lpstr>Existing Solutions &amp; Limitations</vt:lpstr>
      <vt:lpstr>Project Goals</vt:lpstr>
      <vt:lpstr>Communication with the Client</vt:lpstr>
      <vt:lpstr>Proposed Solution Overview</vt:lpstr>
      <vt:lpstr>The algorithm - CSP</vt:lpstr>
      <vt:lpstr>Heuristics</vt:lpstr>
      <vt:lpstr>System Architecture</vt:lpstr>
      <vt:lpstr>User Interface </vt:lpstr>
      <vt:lpstr>Dashboard</vt:lpstr>
      <vt:lpstr>Courses </vt:lpstr>
      <vt:lpstr>Generation screen</vt:lpstr>
      <vt:lpstr>Generation screen</vt:lpstr>
      <vt:lpstr>Timetable screen</vt:lpstr>
      <vt:lpstr>Testing Plan + Success Metrics</vt:lpstr>
      <vt:lpstr>Challenges</vt:lpstr>
      <vt:lpstr>Summary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גל מויאל</dc:creator>
  <cp:lastModifiedBy>גל מויאל</cp:lastModifiedBy>
  <cp:revision>1</cp:revision>
  <dcterms:created xsi:type="dcterms:W3CDTF">2026-01-02T14:07:59Z</dcterms:created>
  <dcterms:modified xsi:type="dcterms:W3CDTF">2026-01-25T18:19:17Z</dcterms:modified>
</cp:coreProperties>
</file>